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6"/>
  </p:notesMasterIdLst>
  <p:handoutMasterIdLst>
    <p:handoutMasterId r:id="rId37"/>
  </p:handoutMasterIdLst>
  <p:sldIdLst>
    <p:sldId id="256" r:id="rId5"/>
    <p:sldId id="434" r:id="rId6"/>
    <p:sldId id="584" r:id="rId7"/>
    <p:sldId id="655" r:id="rId8"/>
    <p:sldId id="436" r:id="rId9"/>
    <p:sldId id="656" r:id="rId10"/>
    <p:sldId id="664" r:id="rId11"/>
    <p:sldId id="665" r:id="rId12"/>
    <p:sldId id="671" r:id="rId13"/>
    <p:sldId id="672" r:id="rId14"/>
    <p:sldId id="673" r:id="rId15"/>
    <p:sldId id="674" r:id="rId16"/>
    <p:sldId id="657" r:id="rId17"/>
    <p:sldId id="666" r:id="rId18"/>
    <p:sldId id="667" r:id="rId19"/>
    <p:sldId id="668" r:id="rId20"/>
    <p:sldId id="669" r:id="rId21"/>
    <p:sldId id="682" r:id="rId22"/>
    <p:sldId id="670" r:id="rId23"/>
    <p:sldId id="658" r:id="rId24"/>
    <p:sldId id="675" r:id="rId25"/>
    <p:sldId id="676" r:id="rId26"/>
    <p:sldId id="677" r:id="rId27"/>
    <p:sldId id="661" r:id="rId28"/>
    <p:sldId id="680" r:id="rId29"/>
    <p:sldId id="678" r:id="rId30"/>
    <p:sldId id="662" r:id="rId31"/>
    <p:sldId id="679" r:id="rId32"/>
    <p:sldId id="681" r:id="rId33"/>
    <p:sldId id="585" r:id="rId34"/>
    <p:sldId id="30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28" autoAdjust="0"/>
    <p:restoredTop sz="94660"/>
  </p:normalViewPr>
  <p:slideViewPr>
    <p:cSldViewPr>
      <p:cViewPr varScale="1">
        <p:scale>
          <a:sx n="80" d="100"/>
          <a:sy n="80" d="100"/>
        </p:scale>
        <p:origin x="144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11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eepak S Sakkari Assistant Professor( CSE)" userId="6d73bcb8-5d92-40b8-9132-40f6303b79fc" providerId="ADAL" clId="{6A6CE88C-C1CC-4F3A-B486-05240001B6BF}"/>
    <pc:docChg chg="undo custSel delSld modSld modMainMaster">
      <pc:chgData name="Dr. Deepak S Sakkari Assistant Professor( CSE)" userId="6d73bcb8-5d92-40b8-9132-40f6303b79fc" providerId="ADAL" clId="{6A6CE88C-C1CC-4F3A-B486-05240001B6BF}" dt="2020-08-16T18:15:17.333" v="987" actId="1038"/>
      <pc:docMkLst>
        <pc:docMk/>
      </pc:docMkLst>
      <pc:sldChg chg="modSp">
        <pc:chgData name="Dr. Deepak S Sakkari Assistant Professor( CSE)" userId="6d73bcb8-5d92-40b8-9132-40f6303b79fc" providerId="ADAL" clId="{6A6CE88C-C1CC-4F3A-B486-05240001B6BF}" dt="2020-08-16T17:23:01.850" v="61" actId="404"/>
        <pc:sldMkLst>
          <pc:docMk/>
          <pc:sldMk cId="644196155" sldId="257"/>
        </pc:sldMkLst>
        <pc:spChg chg="mod">
          <ac:chgData name="Dr. Deepak S Sakkari Assistant Professor( CSE)" userId="6d73bcb8-5d92-40b8-9132-40f6303b79fc" providerId="ADAL" clId="{6A6CE88C-C1CC-4F3A-B486-05240001B6BF}" dt="2020-08-16T17:23:01.850" v="61" actId="404"/>
          <ac:spMkLst>
            <pc:docMk/>
            <pc:sldMk cId="644196155" sldId="257"/>
            <ac:spMk id="3" creationId="{00000000-0000-0000-0000-000000000000}"/>
          </ac:spMkLst>
        </pc:spChg>
      </pc:sldChg>
      <pc:sldChg chg="modSp mod">
        <pc:chgData name="Dr. Deepak S Sakkari Assistant Professor( CSE)" userId="6d73bcb8-5d92-40b8-9132-40f6303b79fc" providerId="ADAL" clId="{6A6CE88C-C1CC-4F3A-B486-05240001B6BF}" dt="2020-08-16T17:29:27.503" v="93" actId="948"/>
        <pc:sldMkLst>
          <pc:docMk/>
          <pc:sldMk cId="799294713" sldId="258"/>
        </pc:sldMkLst>
        <pc:spChg chg="mod">
          <ac:chgData name="Dr. Deepak S Sakkari Assistant Professor( CSE)" userId="6d73bcb8-5d92-40b8-9132-40f6303b79fc" providerId="ADAL" clId="{6A6CE88C-C1CC-4F3A-B486-05240001B6BF}" dt="2020-08-16T17:29:27.503" v="93" actId="948"/>
          <ac:spMkLst>
            <pc:docMk/>
            <pc:sldMk cId="799294713" sldId="258"/>
            <ac:spMk id="3" creationId="{00000000-0000-0000-0000-000000000000}"/>
          </ac:spMkLst>
        </pc:spChg>
      </pc:sldChg>
      <pc:sldChg chg="modSp del mod">
        <pc:chgData name="Dr. Deepak S Sakkari Assistant Professor( CSE)" userId="6d73bcb8-5d92-40b8-9132-40f6303b79fc" providerId="ADAL" clId="{6A6CE88C-C1CC-4F3A-B486-05240001B6BF}" dt="2020-08-16T17:29:41.157" v="94" actId="2696"/>
        <pc:sldMkLst>
          <pc:docMk/>
          <pc:sldMk cId="2963534272" sldId="259"/>
        </pc:sldMkLst>
        <pc:spChg chg="mod">
          <ac:chgData name="Dr. Deepak S Sakkari Assistant Professor( CSE)" userId="6d73bcb8-5d92-40b8-9132-40f6303b79fc" providerId="ADAL" clId="{6A6CE88C-C1CC-4F3A-B486-05240001B6BF}" dt="2020-08-16T17:28:28.561" v="87" actId="21"/>
          <ac:spMkLst>
            <pc:docMk/>
            <pc:sldMk cId="2963534272" sldId="259"/>
            <ac:spMk id="3" creationId="{00000000-0000-0000-0000-000000000000}"/>
          </ac:spMkLst>
        </pc:spChg>
      </pc:sldChg>
      <pc:sldChg chg="modSp mod">
        <pc:chgData name="Dr. Deepak S Sakkari Assistant Professor( CSE)" userId="6d73bcb8-5d92-40b8-9132-40f6303b79fc" providerId="ADAL" clId="{6A6CE88C-C1CC-4F3A-B486-05240001B6BF}" dt="2020-08-16T17:30:03.381" v="98" actId="20577"/>
        <pc:sldMkLst>
          <pc:docMk/>
          <pc:sldMk cId="3981172752" sldId="260"/>
        </pc:sldMkLst>
        <pc:spChg chg="mod">
          <ac:chgData name="Dr. Deepak S Sakkari Assistant Professor( CSE)" userId="6d73bcb8-5d92-40b8-9132-40f6303b79fc" providerId="ADAL" clId="{6A6CE88C-C1CC-4F3A-B486-05240001B6BF}" dt="2020-08-16T17:30:03.381" v="98" actId="20577"/>
          <ac:spMkLst>
            <pc:docMk/>
            <pc:sldMk cId="3981172752" sldId="260"/>
            <ac:spMk id="3" creationId="{00000000-0000-0000-0000-000000000000}"/>
          </ac:spMkLst>
        </pc:spChg>
      </pc:sldChg>
      <pc:sldChg chg="modSp del">
        <pc:chgData name="Dr. Deepak S Sakkari Assistant Professor( CSE)" userId="6d73bcb8-5d92-40b8-9132-40f6303b79fc" providerId="ADAL" clId="{6A6CE88C-C1CC-4F3A-B486-05240001B6BF}" dt="2020-08-16T17:30:44.627" v="99" actId="2696"/>
        <pc:sldMkLst>
          <pc:docMk/>
          <pc:sldMk cId="3009021097" sldId="261"/>
        </pc:sldMkLst>
        <pc:spChg chg="mod">
          <ac:chgData name="Dr. Deepak S Sakkari Assistant Professor( CSE)" userId="6d73bcb8-5d92-40b8-9132-40f6303b79fc" providerId="ADAL" clId="{6A6CE88C-C1CC-4F3A-B486-05240001B6BF}" dt="2020-08-16T17:24:40.253" v="69" actId="404"/>
          <ac:spMkLst>
            <pc:docMk/>
            <pc:sldMk cId="3009021097" sldId="261"/>
            <ac:spMk id="3" creationId="{00000000-0000-0000-0000-000000000000}"/>
          </ac:spMkLst>
        </pc:spChg>
      </pc:sldChg>
      <pc:sldChg chg="modSp">
        <pc:chgData name="Dr. Deepak S Sakkari Assistant Professor( CSE)" userId="6d73bcb8-5d92-40b8-9132-40f6303b79fc" providerId="ADAL" clId="{6A6CE88C-C1CC-4F3A-B486-05240001B6BF}" dt="2020-08-16T17:24:56.926" v="72" actId="404"/>
        <pc:sldMkLst>
          <pc:docMk/>
          <pc:sldMk cId="1345660431" sldId="262"/>
        </pc:sldMkLst>
        <pc:spChg chg="mod">
          <ac:chgData name="Dr. Deepak S Sakkari Assistant Professor( CSE)" userId="6d73bcb8-5d92-40b8-9132-40f6303b79fc" providerId="ADAL" clId="{6A6CE88C-C1CC-4F3A-B486-05240001B6BF}" dt="2020-08-16T17:24:56.926" v="72" actId="404"/>
          <ac:spMkLst>
            <pc:docMk/>
            <pc:sldMk cId="1345660431" sldId="262"/>
            <ac:spMk id="3" creationId="{00000000-0000-0000-0000-000000000000}"/>
          </ac:spMkLst>
        </pc:spChg>
      </pc:sldChg>
      <pc:sldChg chg="modSp mod">
        <pc:chgData name="Dr. Deepak S Sakkari Assistant Professor( CSE)" userId="6d73bcb8-5d92-40b8-9132-40f6303b79fc" providerId="ADAL" clId="{6A6CE88C-C1CC-4F3A-B486-05240001B6BF}" dt="2020-08-16T17:32:48.352" v="105" actId="20577"/>
        <pc:sldMkLst>
          <pc:docMk/>
          <pc:sldMk cId="2264661524" sldId="263"/>
        </pc:sldMkLst>
        <pc:spChg chg="mod">
          <ac:chgData name="Dr. Deepak S Sakkari Assistant Professor( CSE)" userId="6d73bcb8-5d92-40b8-9132-40f6303b79fc" providerId="ADAL" clId="{6A6CE88C-C1CC-4F3A-B486-05240001B6BF}" dt="2020-08-16T17:32:48.352" v="105" actId="20577"/>
          <ac:spMkLst>
            <pc:docMk/>
            <pc:sldMk cId="2264661524" sldId="263"/>
            <ac:spMk id="3" creationId="{00000000-0000-0000-0000-000000000000}"/>
          </ac:spMkLst>
        </pc:spChg>
      </pc:sldChg>
      <pc:sldChg chg="modSp mod">
        <pc:chgData name="Dr. Deepak S Sakkari Assistant Professor( CSE)" userId="6d73bcb8-5d92-40b8-9132-40f6303b79fc" providerId="ADAL" clId="{6A6CE88C-C1CC-4F3A-B486-05240001B6BF}" dt="2020-08-16T17:33:55.233" v="118" actId="20577"/>
        <pc:sldMkLst>
          <pc:docMk/>
          <pc:sldMk cId="2700791281" sldId="264"/>
        </pc:sldMkLst>
        <pc:spChg chg="mod">
          <ac:chgData name="Dr. Deepak S Sakkari Assistant Professor( CSE)" userId="6d73bcb8-5d92-40b8-9132-40f6303b79fc" providerId="ADAL" clId="{6A6CE88C-C1CC-4F3A-B486-05240001B6BF}" dt="2020-08-16T17:33:55.233" v="118" actId="20577"/>
          <ac:spMkLst>
            <pc:docMk/>
            <pc:sldMk cId="2700791281" sldId="264"/>
            <ac:spMk id="3" creationId="{00000000-0000-0000-0000-000000000000}"/>
          </ac:spMkLst>
        </pc:spChg>
      </pc:sldChg>
      <pc:sldChg chg="modSp del">
        <pc:chgData name="Dr. Deepak S Sakkari Assistant Professor( CSE)" userId="6d73bcb8-5d92-40b8-9132-40f6303b79fc" providerId="ADAL" clId="{6A6CE88C-C1CC-4F3A-B486-05240001B6BF}" dt="2020-08-16T17:34:31.051" v="119" actId="2696"/>
        <pc:sldMkLst>
          <pc:docMk/>
          <pc:sldMk cId="656789598" sldId="265"/>
        </pc:sldMkLst>
        <pc:spChg chg="mod">
          <ac:chgData name="Dr. Deepak S Sakkari Assistant Professor( CSE)" userId="6d73bcb8-5d92-40b8-9132-40f6303b79fc" providerId="ADAL" clId="{6A6CE88C-C1CC-4F3A-B486-05240001B6BF}" dt="2020-08-16T17:33:11.076" v="108" actId="404"/>
          <ac:spMkLst>
            <pc:docMk/>
            <pc:sldMk cId="656789598" sldId="265"/>
            <ac:spMk id="3" creationId="{00000000-0000-0000-0000-000000000000}"/>
          </ac:spMkLst>
        </pc:spChg>
      </pc:sldChg>
      <pc:sldChg chg="modSp">
        <pc:chgData name="Dr. Deepak S Sakkari Assistant Professor( CSE)" userId="6d73bcb8-5d92-40b8-9132-40f6303b79fc" providerId="ADAL" clId="{6A6CE88C-C1CC-4F3A-B486-05240001B6BF}" dt="2020-08-16T17:34:51.629" v="123" actId="1076"/>
        <pc:sldMkLst>
          <pc:docMk/>
          <pc:sldMk cId="1334666043" sldId="266"/>
        </pc:sldMkLst>
        <pc:spChg chg="mod">
          <ac:chgData name="Dr. Deepak S Sakkari Assistant Professor( CSE)" userId="6d73bcb8-5d92-40b8-9132-40f6303b79fc" providerId="ADAL" clId="{6A6CE88C-C1CC-4F3A-B486-05240001B6BF}" dt="2020-08-16T17:34:45.323" v="122" actId="404"/>
          <ac:spMkLst>
            <pc:docMk/>
            <pc:sldMk cId="1334666043" sldId="266"/>
            <ac:spMk id="7" creationId="{00000000-0000-0000-0000-000000000000}"/>
          </ac:spMkLst>
        </pc:spChg>
        <pc:picChg chg="mod">
          <ac:chgData name="Dr. Deepak S Sakkari Assistant Professor( CSE)" userId="6d73bcb8-5d92-40b8-9132-40f6303b79fc" providerId="ADAL" clId="{6A6CE88C-C1CC-4F3A-B486-05240001B6BF}" dt="2020-08-16T17:34:51.629" v="123" actId="1076"/>
          <ac:picMkLst>
            <pc:docMk/>
            <pc:sldMk cId="1334666043" sldId="266"/>
            <ac:picMk id="1025" creationId="{00000000-0000-0000-0000-000000000000}"/>
          </ac:picMkLst>
        </pc:picChg>
      </pc:sldChg>
      <pc:sldChg chg="modSp mod">
        <pc:chgData name="Dr. Deepak S Sakkari Assistant Professor( CSE)" userId="6d73bcb8-5d92-40b8-9132-40f6303b79fc" providerId="ADAL" clId="{6A6CE88C-C1CC-4F3A-B486-05240001B6BF}" dt="2020-08-16T17:41:22.280" v="339" actId="1076"/>
        <pc:sldMkLst>
          <pc:docMk/>
          <pc:sldMk cId="3898763255" sldId="267"/>
        </pc:sldMkLst>
        <pc:graphicFrameChg chg="mod modGraphic">
          <ac:chgData name="Dr. Deepak S Sakkari Assistant Professor( CSE)" userId="6d73bcb8-5d92-40b8-9132-40f6303b79fc" providerId="ADAL" clId="{6A6CE88C-C1CC-4F3A-B486-05240001B6BF}" dt="2020-08-16T17:41:22.280" v="339" actId="1076"/>
          <ac:graphicFrameMkLst>
            <pc:docMk/>
            <pc:sldMk cId="3898763255" sldId="267"/>
            <ac:graphicFrameMk id="5" creationId="{00000000-0000-0000-0000-000000000000}"/>
          </ac:graphicFrameMkLst>
        </pc:graphicFrameChg>
      </pc:sldChg>
      <pc:sldChg chg="modSp">
        <pc:chgData name="Dr. Deepak S Sakkari Assistant Professor( CSE)" userId="6d73bcb8-5d92-40b8-9132-40f6303b79fc" providerId="ADAL" clId="{6A6CE88C-C1CC-4F3A-B486-05240001B6BF}" dt="2020-08-16T17:41:32.429" v="342" actId="404"/>
        <pc:sldMkLst>
          <pc:docMk/>
          <pc:sldMk cId="201611570" sldId="268"/>
        </pc:sldMkLst>
        <pc:spChg chg="mod">
          <ac:chgData name="Dr. Deepak S Sakkari Assistant Professor( CSE)" userId="6d73bcb8-5d92-40b8-9132-40f6303b79fc" providerId="ADAL" clId="{6A6CE88C-C1CC-4F3A-B486-05240001B6BF}" dt="2020-08-16T17:41:32.429" v="342" actId="404"/>
          <ac:spMkLst>
            <pc:docMk/>
            <pc:sldMk cId="201611570" sldId="268"/>
            <ac:spMk id="3" creationId="{00000000-0000-0000-0000-000000000000}"/>
          </ac:spMkLst>
        </pc:spChg>
      </pc:sldChg>
      <pc:sldChg chg="modSp">
        <pc:chgData name="Dr. Deepak S Sakkari Assistant Professor( CSE)" userId="6d73bcb8-5d92-40b8-9132-40f6303b79fc" providerId="ADAL" clId="{6A6CE88C-C1CC-4F3A-B486-05240001B6BF}" dt="2020-08-16T17:41:50.936" v="345" actId="404"/>
        <pc:sldMkLst>
          <pc:docMk/>
          <pc:sldMk cId="3824667293" sldId="269"/>
        </pc:sldMkLst>
        <pc:spChg chg="mod">
          <ac:chgData name="Dr. Deepak S Sakkari Assistant Professor( CSE)" userId="6d73bcb8-5d92-40b8-9132-40f6303b79fc" providerId="ADAL" clId="{6A6CE88C-C1CC-4F3A-B486-05240001B6BF}" dt="2020-08-16T17:41:50.936" v="345" actId="404"/>
          <ac:spMkLst>
            <pc:docMk/>
            <pc:sldMk cId="3824667293" sldId="269"/>
            <ac:spMk id="3" creationId="{00000000-0000-0000-0000-000000000000}"/>
          </ac:spMkLst>
        </pc:spChg>
      </pc:sldChg>
      <pc:sldChg chg="modSp">
        <pc:chgData name="Dr. Deepak S Sakkari Assistant Professor( CSE)" userId="6d73bcb8-5d92-40b8-9132-40f6303b79fc" providerId="ADAL" clId="{6A6CE88C-C1CC-4F3A-B486-05240001B6BF}" dt="2020-08-16T18:15:17.333" v="987" actId="1038"/>
        <pc:sldMkLst>
          <pc:docMk/>
          <pc:sldMk cId="2570284336" sldId="270"/>
        </pc:sldMkLst>
        <pc:spChg chg="mod">
          <ac:chgData name="Dr. Deepak S Sakkari Assistant Professor( CSE)" userId="6d73bcb8-5d92-40b8-9132-40f6303b79fc" providerId="ADAL" clId="{6A6CE88C-C1CC-4F3A-B486-05240001B6BF}" dt="2020-08-16T17:42:42.286" v="352"/>
          <ac:spMkLst>
            <pc:docMk/>
            <pc:sldMk cId="2570284336" sldId="270"/>
            <ac:spMk id="2" creationId="{00000000-0000-0000-0000-000000000000}"/>
          </ac:spMkLst>
        </pc:spChg>
        <pc:picChg chg="mod">
          <ac:chgData name="Dr. Deepak S Sakkari Assistant Professor( CSE)" userId="6d73bcb8-5d92-40b8-9132-40f6303b79fc" providerId="ADAL" clId="{6A6CE88C-C1CC-4F3A-B486-05240001B6BF}" dt="2020-08-16T18:15:17.333" v="987" actId="1038"/>
          <ac:picMkLst>
            <pc:docMk/>
            <pc:sldMk cId="2570284336" sldId="270"/>
            <ac:picMk id="9" creationId="{00000000-0000-0000-0000-000000000000}"/>
          </ac:picMkLst>
        </pc:picChg>
      </pc:sldChg>
      <pc:sldChg chg="modSp">
        <pc:chgData name="Dr. Deepak S Sakkari Assistant Professor( CSE)" userId="6d73bcb8-5d92-40b8-9132-40f6303b79fc" providerId="ADAL" clId="{6A6CE88C-C1CC-4F3A-B486-05240001B6BF}" dt="2020-08-16T17:44:40.982" v="376" actId="255"/>
        <pc:sldMkLst>
          <pc:docMk/>
          <pc:sldMk cId="564986561" sldId="271"/>
        </pc:sldMkLst>
        <pc:spChg chg="mod">
          <ac:chgData name="Dr. Deepak S Sakkari Assistant Professor( CSE)" userId="6d73bcb8-5d92-40b8-9132-40f6303b79fc" providerId="ADAL" clId="{6A6CE88C-C1CC-4F3A-B486-05240001B6BF}" dt="2020-08-16T17:44:40.982" v="376" actId="255"/>
          <ac:spMkLst>
            <pc:docMk/>
            <pc:sldMk cId="564986561" sldId="271"/>
            <ac:spMk id="3" creationId="{00000000-0000-0000-0000-000000000000}"/>
          </ac:spMkLst>
        </pc:spChg>
      </pc:sldChg>
      <pc:sldChg chg="modSp">
        <pc:chgData name="Dr. Deepak S Sakkari Assistant Professor( CSE)" userId="6d73bcb8-5d92-40b8-9132-40f6303b79fc" providerId="ADAL" clId="{6A6CE88C-C1CC-4F3A-B486-05240001B6BF}" dt="2020-08-16T17:42:04.443" v="348" actId="404"/>
        <pc:sldMkLst>
          <pc:docMk/>
          <pc:sldMk cId="1620829824" sldId="272"/>
        </pc:sldMkLst>
        <pc:spChg chg="mod">
          <ac:chgData name="Dr. Deepak S Sakkari Assistant Professor( CSE)" userId="6d73bcb8-5d92-40b8-9132-40f6303b79fc" providerId="ADAL" clId="{6A6CE88C-C1CC-4F3A-B486-05240001B6BF}" dt="2020-08-16T17:42:04.443" v="348" actId="404"/>
          <ac:spMkLst>
            <pc:docMk/>
            <pc:sldMk cId="1620829824" sldId="272"/>
            <ac:spMk id="3" creationId="{00000000-0000-0000-0000-000000000000}"/>
          </ac:spMkLst>
        </pc:spChg>
      </pc:sldChg>
      <pc:sldChg chg="modSp">
        <pc:chgData name="Dr. Deepak S Sakkari Assistant Professor( CSE)" userId="6d73bcb8-5d92-40b8-9132-40f6303b79fc" providerId="ADAL" clId="{6A6CE88C-C1CC-4F3A-B486-05240001B6BF}" dt="2020-08-16T17:43:54.672" v="373" actId="1036"/>
        <pc:sldMkLst>
          <pc:docMk/>
          <pc:sldMk cId="1806056552" sldId="273"/>
        </pc:sldMkLst>
        <pc:spChg chg="mod">
          <ac:chgData name="Dr. Deepak S Sakkari Assistant Professor( CSE)" userId="6d73bcb8-5d92-40b8-9132-40f6303b79fc" providerId="ADAL" clId="{6A6CE88C-C1CC-4F3A-B486-05240001B6BF}" dt="2020-08-16T17:43:54.672" v="373" actId="1036"/>
          <ac:spMkLst>
            <pc:docMk/>
            <pc:sldMk cId="1806056552" sldId="273"/>
            <ac:spMk id="3" creationId="{00000000-0000-0000-0000-000000000000}"/>
          </ac:spMkLst>
        </pc:spChg>
      </pc:sldChg>
      <pc:sldChg chg="modSp">
        <pc:chgData name="Dr. Deepak S Sakkari Assistant Professor( CSE)" userId="6d73bcb8-5d92-40b8-9132-40f6303b79fc" providerId="ADAL" clId="{6A6CE88C-C1CC-4F3A-B486-05240001B6BF}" dt="2020-08-16T17:43:06.513" v="365" actId="1035"/>
        <pc:sldMkLst>
          <pc:docMk/>
          <pc:sldMk cId="3262299342" sldId="274"/>
        </pc:sldMkLst>
        <pc:spChg chg="mod">
          <ac:chgData name="Dr. Deepak S Sakkari Assistant Professor( CSE)" userId="6d73bcb8-5d92-40b8-9132-40f6303b79fc" providerId="ADAL" clId="{6A6CE88C-C1CC-4F3A-B486-05240001B6BF}" dt="2020-08-16T17:43:06.513" v="365" actId="1035"/>
          <ac:spMkLst>
            <pc:docMk/>
            <pc:sldMk cId="3262299342" sldId="274"/>
            <ac:spMk id="3" creationId="{00000000-0000-0000-0000-000000000000}"/>
          </ac:spMkLst>
        </pc:spChg>
      </pc:sldChg>
      <pc:sldChg chg="del">
        <pc:chgData name="Dr. Deepak S Sakkari Assistant Professor( CSE)" userId="6d73bcb8-5d92-40b8-9132-40f6303b79fc" providerId="ADAL" clId="{6A6CE88C-C1CC-4F3A-B486-05240001B6BF}" dt="2020-08-16T17:43:28.398" v="366" actId="2696"/>
        <pc:sldMkLst>
          <pc:docMk/>
          <pc:sldMk cId="719903367" sldId="275"/>
        </pc:sldMkLst>
      </pc:sldChg>
      <pc:sldChg chg="modSp">
        <pc:chgData name="Dr. Deepak S Sakkari Assistant Professor( CSE)" userId="6d73bcb8-5d92-40b8-9132-40f6303b79fc" providerId="ADAL" clId="{6A6CE88C-C1CC-4F3A-B486-05240001B6BF}" dt="2020-08-16T17:44:51.369" v="378" actId="404"/>
        <pc:sldMkLst>
          <pc:docMk/>
          <pc:sldMk cId="1089540773" sldId="276"/>
        </pc:sldMkLst>
        <pc:spChg chg="mod">
          <ac:chgData name="Dr. Deepak S Sakkari Assistant Professor( CSE)" userId="6d73bcb8-5d92-40b8-9132-40f6303b79fc" providerId="ADAL" clId="{6A6CE88C-C1CC-4F3A-B486-05240001B6BF}" dt="2020-08-16T17:44:51.369" v="378" actId="404"/>
          <ac:spMkLst>
            <pc:docMk/>
            <pc:sldMk cId="1089540773" sldId="276"/>
            <ac:spMk id="3" creationId="{00000000-0000-0000-0000-000000000000}"/>
          </ac:spMkLst>
        </pc:spChg>
      </pc:sldChg>
      <pc:sldChg chg="modSp">
        <pc:chgData name="Dr. Deepak S Sakkari Assistant Professor( CSE)" userId="6d73bcb8-5d92-40b8-9132-40f6303b79fc" providerId="ADAL" clId="{6A6CE88C-C1CC-4F3A-B486-05240001B6BF}" dt="2020-08-16T17:45:07.183" v="381" actId="404"/>
        <pc:sldMkLst>
          <pc:docMk/>
          <pc:sldMk cId="2289095124" sldId="277"/>
        </pc:sldMkLst>
        <pc:spChg chg="mod">
          <ac:chgData name="Dr. Deepak S Sakkari Assistant Professor( CSE)" userId="6d73bcb8-5d92-40b8-9132-40f6303b79fc" providerId="ADAL" clId="{6A6CE88C-C1CC-4F3A-B486-05240001B6BF}" dt="2020-08-16T17:45:07.183" v="381" actId="404"/>
          <ac:spMkLst>
            <pc:docMk/>
            <pc:sldMk cId="2289095124" sldId="277"/>
            <ac:spMk id="3" creationId="{00000000-0000-0000-0000-000000000000}"/>
          </ac:spMkLst>
        </pc:spChg>
      </pc:sldChg>
      <pc:sldChg chg="modSp">
        <pc:chgData name="Dr. Deepak S Sakkari Assistant Professor( CSE)" userId="6d73bcb8-5d92-40b8-9132-40f6303b79fc" providerId="ADAL" clId="{6A6CE88C-C1CC-4F3A-B486-05240001B6BF}" dt="2020-08-16T17:45:42.725" v="502" actId="1076"/>
        <pc:sldMkLst>
          <pc:docMk/>
          <pc:sldMk cId="627609005" sldId="278"/>
        </pc:sldMkLst>
        <pc:picChg chg="mod">
          <ac:chgData name="Dr. Deepak S Sakkari Assistant Professor( CSE)" userId="6d73bcb8-5d92-40b8-9132-40f6303b79fc" providerId="ADAL" clId="{6A6CE88C-C1CC-4F3A-B486-05240001B6BF}" dt="2020-08-16T17:45:42.725" v="502" actId="1076"/>
          <ac:picMkLst>
            <pc:docMk/>
            <pc:sldMk cId="627609005" sldId="278"/>
            <ac:picMk id="2053" creationId="{00000000-0000-0000-0000-000000000000}"/>
          </ac:picMkLst>
        </pc:picChg>
      </pc:sldChg>
      <pc:sldChg chg="modSp mod">
        <pc:chgData name="Dr. Deepak S Sakkari Assistant Professor( CSE)" userId="6d73bcb8-5d92-40b8-9132-40f6303b79fc" providerId="ADAL" clId="{6A6CE88C-C1CC-4F3A-B486-05240001B6BF}" dt="2020-08-16T17:46:51.247" v="511" actId="20577"/>
        <pc:sldMkLst>
          <pc:docMk/>
          <pc:sldMk cId="3001868645" sldId="279"/>
        </pc:sldMkLst>
        <pc:spChg chg="mod">
          <ac:chgData name="Dr. Deepak S Sakkari Assistant Professor( CSE)" userId="6d73bcb8-5d92-40b8-9132-40f6303b79fc" providerId="ADAL" clId="{6A6CE88C-C1CC-4F3A-B486-05240001B6BF}" dt="2020-08-16T17:46:51.247" v="511" actId="20577"/>
          <ac:spMkLst>
            <pc:docMk/>
            <pc:sldMk cId="3001868645" sldId="279"/>
            <ac:spMk id="5" creationId="{00000000-0000-0000-0000-000000000000}"/>
          </ac:spMkLst>
        </pc:spChg>
        <pc:picChg chg="mod">
          <ac:chgData name="Dr. Deepak S Sakkari Assistant Professor( CSE)" userId="6d73bcb8-5d92-40b8-9132-40f6303b79fc" providerId="ADAL" clId="{6A6CE88C-C1CC-4F3A-B486-05240001B6BF}" dt="2020-08-16T17:46:47.816" v="510" actId="1076"/>
          <ac:picMkLst>
            <pc:docMk/>
            <pc:sldMk cId="3001868645" sldId="279"/>
            <ac:picMk id="3075" creationId="{00000000-0000-0000-0000-000000000000}"/>
          </ac:picMkLst>
        </pc:picChg>
      </pc:sldChg>
      <pc:sldChg chg="modSp mod">
        <pc:chgData name="Dr. Deepak S Sakkari Assistant Professor( CSE)" userId="6d73bcb8-5d92-40b8-9132-40f6303b79fc" providerId="ADAL" clId="{6A6CE88C-C1CC-4F3A-B486-05240001B6BF}" dt="2020-08-16T17:49:31.679" v="532" actId="1037"/>
        <pc:sldMkLst>
          <pc:docMk/>
          <pc:sldMk cId="3359797835" sldId="280"/>
        </pc:sldMkLst>
        <pc:spChg chg="mod">
          <ac:chgData name="Dr. Deepak S Sakkari Assistant Professor( CSE)" userId="6d73bcb8-5d92-40b8-9132-40f6303b79fc" providerId="ADAL" clId="{6A6CE88C-C1CC-4F3A-B486-05240001B6BF}" dt="2020-08-16T17:49:21.636" v="529" actId="948"/>
          <ac:spMkLst>
            <pc:docMk/>
            <pc:sldMk cId="3359797835" sldId="280"/>
            <ac:spMk id="5" creationId="{00000000-0000-0000-0000-000000000000}"/>
          </ac:spMkLst>
        </pc:spChg>
        <pc:picChg chg="mod">
          <ac:chgData name="Dr. Deepak S Sakkari Assistant Professor( CSE)" userId="6d73bcb8-5d92-40b8-9132-40f6303b79fc" providerId="ADAL" clId="{6A6CE88C-C1CC-4F3A-B486-05240001B6BF}" dt="2020-08-16T17:49:31.679" v="532" actId="1037"/>
          <ac:picMkLst>
            <pc:docMk/>
            <pc:sldMk cId="3359797835" sldId="280"/>
            <ac:picMk id="4099" creationId="{00000000-0000-0000-0000-000000000000}"/>
          </ac:picMkLst>
        </pc:picChg>
      </pc:sldChg>
      <pc:sldChg chg="modSp mod">
        <pc:chgData name="Dr. Deepak S Sakkari Assistant Professor( CSE)" userId="6d73bcb8-5d92-40b8-9132-40f6303b79fc" providerId="ADAL" clId="{6A6CE88C-C1CC-4F3A-B486-05240001B6BF}" dt="2020-08-16T17:50:36.290" v="541" actId="1076"/>
        <pc:sldMkLst>
          <pc:docMk/>
          <pc:sldMk cId="3154839297" sldId="281"/>
        </pc:sldMkLst>
        <pc:spChg chg="mod">
          <ac:chgData name="Dr. Deepak S Sakkari Assistant Professor( CSE)" userId="6d73bcb8-5d92-40b8-9132-40f6303b79fc" providerId="ADAL" clId="{6A6CE88C-C1CC-4F3A-B486-05240001B6BF}" dt="2020-08-16T17:50:31.162" v="540" actId="404"/>
          <ac:spMkLst>
            <pc:docMk/>
            <pc:sldMk cId="3154839297" sldId="281"/>
            <ac:spMk id="5" creationId="{00000000-0000-0000-0000-000000000000}"/>
          </ac:spMkLst>
        </pc:spChg>
        <pc:picChg chg="mod">
          <ac:chgData name="Dr. Deepak S Sakkari Assistant Professor( CSE)" userId="6d73bcb8-5d92-40b8-9132-40f6303b79fc" providerId="ADAL" clId="{6A6CE88C-C1CC-4F3A-B486-05240001B6BF}" dt="2020-08-16T17:50:36.290" v="541" actId="1076"/>
          <ac:picMkLst>
            <pc:docMk/>
            <pc:sldMk cId="3154839297" sldId="281"/>
            <ac:picMk id="5123" creationId="{00000000-0000-0000-0000-000000000000}"/>
          </ac:picMkLst>
        </pc:picChg>
      </pc:sldChg>
      <pc:sldChg chg="modSp mod">
        <pc:chgData name="Dr. Deepak S Sakkari Assistant Professor( CSE)" userId="6d73bcb8-5d92-40b8-9132-40f6303b79fc" providerId="ADAL" clId="{6A6CE88C-C1CC-4F3A-B486-05240001B6BF}" dt="2020-08-16T17:51:15.441" v="573" actId="1076"/>
        <pc:sldMkLst>
          <pc:docMk/>
          <pc:sldMk cId="513573365" sldId="282"/>
        </pc:sldMkLst>
        <pc:spChg chg="mod">
          <ac:chgData name="Dr. Deepak S Sakkari Assistant Professor( CSE)" userId="6d73bcb8-5d92-40b8-9132-40f6303b79fc" providerId="ADAL" clId="{6A6CE88C-C1CC-4F3A-B486-05240001B6BF}" dt="2020-08-16T17:50:54.056" v="545" actId="20577"/>
          <ac:spMkLst>
            <pc:docMk/>
            <pc:sldMk cId="513573365" sldId="282"/>
            <ac:spMk id="5" creationId="{00000000-0000-0000-0000-000000000000}"/>
          </ac:spMkLst>
        </pc:spChg>
        <pc:picChg chg="mod">
          <ac:chgData name="Dr. Deepak S Sakkari Assistant Professor( CSE)" userId="6d73bcb8-5d92-40b8-9132-40f6303b79fc" providerId="ADAL" clId="{6A6CE88C-C1CC-4F3A-B486-05240001B6BF}" dt="2020-08-16T17:51:15.441" v="573" actId="1076"/>
          <ac:picMkLst>
            <pc:docMk/>
            <pc:sldMk cId="513573365" sldId="282"/>
            <ac:picMk id="6146" creationId="{00000000-0000-0000-0000-000000000000}"/>
          </ac:picMkLst>
        </pc:picChg>
      </pc:sldChg>
      <pc:sldChg chg="modSp mod">
        <pc:chgData name="Dr. Deepak S Sakkari Assistant Professor( CSE)" userId="6d73bcb8-5d92-40b8-9132-40f6303b79fc" providerId="ADAL" clId="{6A6CE88C-C1CC-4F3A-B486-05240001B6BF}" dt="2020-08-16T17:51:53.933" v="580" actId="1076"/>
        <pc:sldMkLst>
          <pc:docMk/>
          <pc:sldMk cId="2125104488" sldId="283"/>
        </pc:sldMkLst>
        <pc:spChg chg="mod">
          <ac:chgData name="Dr. Deepak S Sakkari Assistant Professor( CSE)" userId="6d73bcb8-5d92-40b8-9132-40f6303b79fc" providerId="ADAL" clId="{6A6CE88C-C1CC-4F3A-B486-05240001B6BF}" dt="2020-08-16T17:51:32.939" v="576" actId="404"/>
          <ac:spMkLst>
            <pc:docMk/>
            <pc:sldMk cId="2125104488" sldId="283"/>
            <ac:spMk id="5" creationId="{00000000-0000-0000-0000-000000000000}"/>
          </ac:spMkLst>
        </pc:spChg>
        <pc:picChg chg="mod">
          <ac:chgData name="Dr. Deepak S Sakkari Assistant Professor( CSE)" userId="6d73bcb8-5d92-40b8-9132-40f6303b79fc" providerId="ADAL" clId="{6A6CE88C-C1CC-4F3A-B486-05240001B6BF}" dt="2020-08-16T17:51:53.933" v="580" actId="1076"/>
          <ac:picMkLst>
            <pc:docMk/>
            <pc:sldMk cId="2125104488" sldId="283"/>
            <ac:picMk id="7170" creationId="{00000000-0000-0000-0000-000000000000}"/>
          </ac:picMkLst>
        </pc:picChg>
      </pc:sldChg>
      <pc:sldChg chg="modSp mod">
        <pc:chgData name="Dr. Deepak S Sakkari Assistant Professor( CSE)" userId="6d73bcb8-5d92-40b8-9132-40f6303b79fc" providerId="ADAL" clId="{6A6CE88C-C1CC-4F3A-B486-05240001B6BF}" dt="2020-08-16T17:52:28.860" v="587" actId="1076"/>
        <pc:sldMkLst>
          <pc:docMk/>
          <pc:sldMk cId="3076381061" sldId="284"/>
        </pc:sldMkLst>
        <pc:spChg chg="mod">
          <ac:chgData name="Dr. Deepak S Sakkari Assistant Professor( CSE)" userId="6d73bcb8-5d92-40b8-9132-40f6303b79fc" providerId="ADAL" clId="{6A6CE88C-C1CC-4F3A-B486-05240001B6BF}" dt="2020-08-16T17:52:16.492" v="584" actId="403"/>
          <ac:spMkLst>
            <pc:docMk/>
            <pc:sldMk cId="3076381061" sldId="284"/>
            <ac:spMk id="5" creationId="{00000000-0000-0000-0000-000000000000}"/>
          </ac:spMkLst>
        </pc:spChg>
        <pc:picChg chg="mod">
          <ac:chgData name="Dr. Deepak S Sakkari Assistant Professor( CSE)" userId="6d73bcb8-5d92-40b8-9132-40f6303b79fc" providerId="ADAL" clId="{6A6CE88C-C1CC-4F3A-B486-05240001B6BF}" dt="2020-08-16T17:52:28.860" v="587" actId="1076"/>
          <ac:picMkLst>
            <pc:docMk/>
            <pc:sldMk cId="3076381061" sldId="284"/>
            <ac:picMk id="8195" creationId="{00000000-0000-0000-0000-000000000000}"/>
          </ac:picMkLst>
        </pc:picChg>
      </pc:sldChg>
      <pc:sldChg chg="modSp mod">
        <pc:chgData name="Dr. Deepak S Sakkari Assistant Professor( CSE)" userId="6d73bcb8-5d92-40b8-9132-40f6303b79fc" providerId="ADAL" clId="{6A6CE88C-C1CC-4F3A-B486-05240001B6BF}" dt="2020-08-16T17:53:37.561" v="631" actId="1076"/>
        <pc:sldMkLst>
          <pc:docMk/>
          <pc:sldMk cId="769505814" sldId="285"/>
        </pc:sldMkLst>
        <pc:spChg chg="mod">
          <ac:chgData name="Dr. Deepak S Sakkari Assistant Professor( CSE)" userId="6d73bcb8-5d92-40b8-9132-40f6303b79fc" providerId="ADAL" clId="{6A6CE88C-C1CC-4F3A-B486-05240001B6BF}" dt="2020-08-16T17:53:22.212" v="596" actId="20577"/>
          <ac:spMkLst>
            <pc:docMk/>
            <pc:sldMk cId="769505814" sldId="285"/>
            <ac:spMk id="5" creationId="{00000000-0000-0000-0000-000000000000}"/>
          </ac:spMkLst>
        </pc:spChg>
        <pc:picChg chg="mod">
          <ac:chgData name="Dr. Deepak S Sakkari Assistant Professor( CSE)" userId="6d73bcb8-5d92-40b8-9132-40f6303b79fc" providerId="ADAL" clId="{6A6CE88C-C1CC-4F3A-B486-05240001B6BF}" dt="2020-08-16T17:53:37.561" v="631" actId="1076"/>
          <ac:picMkLst>
            <pc:docMk/>
            <pc:sldMk cId="769505814" sldId="285"/>
            <ac:picMk id="9219" creationId="{00000000-0000-0000-0000-000000000000}"/>
          </ac:picMkLst>
        </pc:picChg>
      </pc:sldChg>
      <pc:sldChg chg="modSp mod">
        <pc:chgData name="Dr. Deepak S Sakkari Assistant Professor( CSE)" userId="6d73bcb8-5d92-40b8-9132-40f6303b79fc" providerId="ADAL" clId="{6A6CE88C-C1CC-4F3A-B486-05240001B6BF}" dt="2020-08-16T17:52:49.759" v="592" actId="1076"/>
        <pc:sldMkLst>
          <pc:docMk/>
          <pc:sldMk cId="3602984361" sldId="286"/>
        </pc:sldMkLst>
        <pc:spChg chg="mod">
          <ac:chgData name="Dr. Deepak S Sakkari Assistant Professor( CSE)" userId="6d73bcb8-5d92-40b8-9132-40f6303b79fc" providerId="ADAL" clId="{6A6CE88C-C1CC-4F3A-B486-05240001B6BF}" dt="2020-08-16T17:52:45.065" v="591" actId="404"/>
          <ac:spMkLst>
            <pc:docMk/>
            <pc:sldMk cId="3602984361" sldId="286"/>
            <ac:spMk id="5" creationId="{00000000-0000-0000-0000-000000000000}"/>
          </ac:spMkLst>
        </pc:spChg>
        <pc:picChg chg="mod">
          <ac:chgData name="Dr. Deepak S Sakkari Assistant Professor( CSE)" userId="6d73bcb8-5d92-40b8-9132-40f6303b79fc" providerId="ADAL" clId="{6A6CE88C-C1CC-4F3A-B486-05240001B6BF}" dt="2020-08-16T17:52:49.759" v="592" actId="1076"/>
          <ac:picMkLst>
            <pc:docMk/>
            <pc:sldMk cId="3602984361" sldId="286"/>
            <ac:picMk id="9218" creationId="{00000000-0000-0000-0000-000000000000}"/>
          </ac:picMkLst>
        </pc:picChg>
      </pc:sldChg>
      <pc:sldChg chg="modSp mod">
        <pc:chgData name="Dr. Deepak S Sakkari Assistant Professor( CSE)" userId="6d73bcb8-5d92-40b8-9132-40f6303b79fc" providerId="ADAL" clId="{6A6CE88C-C1CC-4F3A-B486-05240001B6BF}" dt="2020-08-16T17:54:29.167" v="657" actId="1036"/>
        <pc:sldMkLst>
          <pc:docMk/>
          <pc:sldMk cId="2829986162" sldId="287"/>
        </pc:sldMkLst>
        <pc:spChg chg="mod">
          <ac:chgData name="Dr. Deepak S Sakkari Assistant Professor( CSE)" userId="6d73bcb8-5d92-40b8-9132-40f6303b79fc" providerId="ADAL" clId="{6A6CE88C-C1CC-4F3A-B486-05240001B6BF}" dt="2020-08-16T17:54:13.453" v="653" actId="6549"/>
          <ac:spMkLst>
            <pc:docMk/>
            <pc:sldMk cId="2829986162" sldId="287"/>
            <ac:spMk id="5" creationId="{00000000-0000-0000-0000-000000000000}"/>
          </ac:spMkLst>
        </pc:spChg>
        <pc:picChg chg="mod">
          <ac:chgData name="Dr. Deepak S Sakkari Assistant Professor( CSE)" userId="6d73bcb8-5d92-40b8-9132-40f6303b79fc" providerId="ADAL" clId="{6A6CE88C-C1CC-4F3A-B486-05240001B6BF}" dt="2020-08-16T17:54:29.167" v="657" actId="1036"/>
          <ac:picMkLst>
            <pc:docMk/>
            <pc:sldMk cId="2829986162" sldId="287"/>
            <ac:picMk id="10242" creationId="{00000000-0000-0000-0000-000000000000}"/>
          </ac:picMkLst>
        </pc:picChg>
      </pc:sldChg>
      <pc:sldChg chg="modSp mod">
        <pc:chgData name="Dr. Deepak S Sakkari Assistant Professor( CSE)" userId="6d73bcb8-5d92-40b8-9132-40f6303b79fc" providerId="ADAL" clId="{6A6CE88C-C1CC-4F3A-B486-05240001B6BF}" dt="2020-08-16T17:55:23.973" v="666" actId="1076"/>
        <pc:sldMkLst>
          <pc:docMk/>
          <pc:sldMk cId="1866790028" sldId="288"/>
        </pc:sldMkLst>
        <pc:spChg chg="mod">
          <ac:chgData name="Dr. Deepak S Sakkari Assistant Professor( CSE)" userId="6d73bcb8-5d92-40b8-9132-40f6303b79fc" providerId="ADAL" clId="{6A6CE88C-C1CC-4F3A-B486-05240001B6BF}" dt="2020-08-16T17:55:16.732" v="665" actId="6549"/>
          <ac:spMkLst>
            <pc:docMk/>
            <pc:sldMk cId="1866790028" sldId="288"/>
            <ac:spMk id="5" creationId="{00000000-0000-0000-0000-000000000000}"/>
          </ac:spMkLst>
        </pc:spChg>
        <pc:picChg chg="mod">
          <ac:chgData name="Dr. Deepak S Sakkari Assistant Professor( CSE)" userId="6d73bcb8-5d92-40b8-9132-40f6303b79fc" providerId="ADAL" clId="{6A6CE88C-C1CC-4F3A-B486-05240001B6BF}" dt="2020-08-16T17:55:23.973" v="666" actId="1076"/>
          <ac:picMkLst>
            <pc:docMk/>
            <pc:sldMk cId="1866790028" sldId="288"/>
            <ac:picMk id="11266" creationId="{00000000-0000-0000-0000-000000000000}"/>
          </ac:picMkLst>
        </pc:picChg>
      </pc:sldChg>
      <pc:sldChg chg="addSp modSp mod">
        <pc:chgData name="Dr. Deepak S Sakkari Assistant Professor( CSE)" userId="6d73bcb8-5d92-40b8-9132-40f6303b79fc" providerId="ADAL" clId="{6A6CE88C-C1CC-4F3A-B486-05240001B6BF}" dt="2020-08-16T17:58:28.723" v="747" actId="1035"/>
        <pc:sldMkLst>
          <pc:docMk/>
          <pc:sldMk cId="3266059444" sldId="289"/>
        </pc:sldMkLst>
        <pc:spChg chg="mod">
          <ac:chgData name="Dr. Deepak S Sakkari Assistant Professor( CSE)" userId="6d73bcb8-5d92-40b8-9132-40f6303b79fc" providerId="ADAL" clId="{6A6CE88C-C1CC-4F3A-B486-05240001B6BF}" dt="2020-08-16T17:57:17.871" v="672" actId="255"/>
          <ac:spMkLst>
            <pc:docMk/>
            <pc:sldMk cId="3266059444" sldId="289"/>
            <ac:spMk id="2" creationId="{00000000-0000-0000-0000-000000000000}"/>
          </ac:spMkLst>
        </pc:spChg>
        <pc:spChg chg="mod">
          <ac:chgData name="Dr. Deepak S Sakkari Assistant Professor( CSE)" userId="6d73bcb8-5d92-40b8-9132-40f6303b79fc" providerId="ADAL" clId="{6A6CE88C-C1CC-4F3A-B486-05240001B6BF}" dt="2020-08-16T17:57:45.493" v="677" actId="20577"/>
          <ac:spMkLst>
            <pc:docMk/>
            <pc:sldMk cId="3266059444" sldId="289"/>
            <ac:spMk id="3" creationId="{00000000-0000-0000-0000-000000000000}"/>
          </ac:spMkLst>
        </pc:spChg>
        <pc:picChg chg="add mod">
          <ac:chgData name="Dr. Deepak S Sakkari Assistant Professor( CSE)" userId="6d73bcb8-5d92-40b8-9132-40f6303b79fc" providerId="ADAL" clId="{6A6CE88C-C1CC-4F3A-B486-05240001B6BF}" dt="2020-08-16T17:58:28.723" v="747" actId="1035"/>
          <ac:picMkLst>
            <pc:docMk/>
            <pc:sldMk cId="3266059444" sldId="289"/>
            <ac:picMk id="7" creationId="{4226936F-2BC6-4083-B1A0-1A7E7C42EC5D}"/>
          </ac:picMkLst>
        </pc:picChg>
      </pc:sldChg>
      <pc:sldChg chg="del">
        <pc:chgData name="Dr. Deepak S Sakkari Assistant Professor( CSE)" userId="6d73bcb8-5d92-40b8-9132-40f6303b79fc" providerId="ADAL" clId="{6A6CE88C-C1CC-4F3A-B486-05240001B6BF}" dt="2020-08-16T17:58:42.160" v="748" actId="2696"/>
        <pc:sldMkLst>
          <pc:docMk/>
          <pc:sldMk cId="2059104741" sldId="290"/>
        </pc:sldMkLst>
      </pc:sldChg>
      <pc:sldChg chg="modSp mod">
        <pc:chgData name="Dr. Deepak S Sakkari Assistant Professor( CSE)" userId="6d73bcb8-5d92-40b8-9132-40f6303b79fc" providerId="ADAL" clId="{6A6CE88C-C1CC-4F3A-B486-05240001B6BF}" dt="2020-08-16T17:59:20.322" v="754" actId="1076"/>
        <pc:sldMkLst>
          <pc:docMk/>
          <pc:sldMk cId="3191863920" sldId="291"/>
        </pc:sldMkLst>
        <pc:spChg chg="mod">
          <ac:chgData name="Dr. Deepak S Sakkari Assistant Professor( CSE)" userId="6d73bcb8-5d92-40b8-9132-40f6303b79fc" providerId="ADAL" clId="{6A6CE88C-C1CC-4F3A-B486-05240001B6BF}" dt="2020-08-16T17:59:11.977" v="753" actId="404"/>
          <ac:spMkLst>
            <pc:docMk/>
            <pc:sldMk cId="3191863920" sldId="291"/>
            <ac:spMk id="3" creationId="{00000000-0000-0000-0000-000000000000}"/>
          </ac:spMkLst>
        </pc:spChg>
        <pc:picChg chg="mod">
          <ac:chgData name="Dr. Deepak S Sakkari Assistant Professor( CSE)" userId="6d73bcb8-5d92-40b8-9132-40f6303b79fc" providerId="ADAL" clId="{6A6CE88C-C1CC-4F3A-B486-05240001B6BF}" dt="2020-08-16T17:59:20.322" v="754" actId="1076"/>
          <ac:picMkLst>
            <pc:docMk/>
            <pc:sldMk cId="3191863920" sldId="291"/>
            <ac:picMk id="13314" creationId="{00000000-0000-0000-0000-000000000000}"/>
          </ac:picMkLst>
        </pc:picChg>
      </pc:sldChg>
      <pc:sldChg chg="modSp mod">
        <pc:chgData name="Dr. Deepak S Sakkari Assistant Professor( CSE)" userId="6d73bcb8-5d92-40b8-9132-40f6303b79fc" providerId="ADAL" clId="{6A6CE88C-C1CC-4F3A-B486-05240001B6BF}" dt="2020-08-16T18:10:50.782" v="804" actId="255"/>
        <pc:sldMkLst>
          <pc:docMk/>
          <pc:sldMk cId="2904947208" sldId="292"/>
        </pc:sldMkLst>
        <pc:spChg chg="mod">
          <ac:chgData name="Dr. Deepak S Sakkari Assistant Professor( CSE)" userId="6d73bcb8-5d92-40b8-9132-40f6303b79fc" providerId="ADAL" clId="{6A6CE88C-C1CC-4F3A-B486-05240001B6BF}" dt="2020-08-16T18:10:50.782" v="804" actId="255"/>
          <ac:spMkLst>
            <pc:docMk/>
            <pc:sldMk cId="2904947208" sldId="292"/>
            <ac:spMk id="3" creationId="{00000000-0000-0000-0000-000000000000}"/>
          </ac:spMkLst>
        </pc:spChg>
      </pc:sldChg>
      <pc:sldChg chg="modSp mod">
        <pc:chgData name="Dr. Deepak S Sakkari Assistant Professor( CSE)" userId="6d73bcb8-5d92-40b8-9132-40f6303b79fc" providerId="ADAL" clId="{6A6CE88C-C1CC-4F3A-B486-05240001B6BF}" dt="2020-08-16T18:01:00.044" v="771" actId="1076"/>
        <pc:sldMkLst>
          <pc:docMk/>
          <pc:sldMk cId="1145221943" sldId="293"/>
        </pc:sldMkLst>
        <pc:spChg chg="mod">
          <ac:chgData name="Dr. Deepak S Sakkari Assistant Professor( CSE)" userId="6d73bcb8-5d92-40b8-9132-40f6303b79fc" providerId="ADAL" clId="{6A6CE88C-C1CC-4F3A-B486-05240001B6BF}" dt="2020-08-16T18:00:50.359" v="769" actId="948"/>
          <ac:spMkLst>
            <pc:docMk/>
            <pc:sldMk cId="1145221943" sldId="293"/>
            <ac:spMk id="3" creationId="{00000000-0000-0000-0000-000000000000}"/>
          </ac:spMkLst>
        </pc:spChg>
        <pc:picChg chg="mod">
          <ac:chgData name="Dr. Deepak S Sakkari Assistant Professor( CSE)" userId="6d73bcb8-5d92-40b8-9132-40f6303b79fc" providerId="ADAL" clId="{6A6CE88C-C1CC-4F3A-B486-05240001B6BF}" dt="2020-08-16T18:00:54.771" v="770" actId="1076"/>
          <ac:picMkLst>
            <pc:docMk/>
            <pc:sldMk cId="1145221943" sldId="293"/>
            <ac:picMk id="14338" creationId="{00000000-0000-0000-0000-000000000000}"/>
          </ac:picMkLst>
        </pc:picChg>
        <pc:picChg chg="mod">
          <ac:chgData name="Dr. Deepak S Sakkari Assistant Professor( CSE)" userId="6d73bcb8-5d92-40b8-9132-40f6303b79fc" providerId="ADAL" clId="{6A6CE88C-C1CC-4F3A-B486-05240001B6BF}" dt="2020-08-16T18:01:00.044" v="771" actId="1076"/>
          <ac:picMkLst>
            <pc:docMk/>
            <pc:sldMk cId="1145221943" sldId="293"/>
            <ac:picMk id="14340" creationId="{00000000-0000-0000-0000-000000000000}"/>
          </ac:picMkLst>
        </pc:picChg>
      </pc:sldChg>
      <pc:sldChg chg="modSp mod">
        <pc:chgData name="Dr. Deepak S Sakkari Assistant Professor( CSE)" userId="6d73bcb8-5d92-40b8-9132-40f6303b79fc" providerId="ADAL" clId="{6A6CE88C-C1CC-4F3A-B486-05240001B6BF}" dt="2020-08-16T18:09:57.766" v="796" actId="313"/>
        <pc:sldMkLst>
          <pc:docMk/>
          <pc:sldMk cId="1457111660" sldId="294"/>
        </pc:sldMkLst>
        <pc:spChg chg="mod">
          <ac:chgData name="Dr. Deepak S Sakkari Assistant Professor( CSE)" userId="6d73bcb8-5d92-40b8-9132-40f6303b79fc" providerId="ADAL" clId="{6A6CE88C-C1CC-4F3A-B486-05240001B6BF}" dt="2020-08-16T18:09:57.766" v="796" actId="313"/>
          <ac:spMkLst>
            <pc:docMk/>
            <pc:sldMk cId="1457111660" sldId="294"/>
            <ac:spMk id="3" creationId="{00000000-0000-0000-0000-000000000000}"/>
          </ac:spMkLst>
        </pc:spChg>
      </pc:sldChg>
      <pc:sldChg chg="del">
        <pc:chgData name="Dr. Deepak S Sakkari Assistant Professor( CSE)" userId="6d73bcb8-5d92-40b8-9132-40f6303b79fc" providerId="ADAL" clId="{6A6CE88C-C1CC-4F3A-B486-05240001B6BF}" dt="2020-08-16T18:11:20.117" v="805" actId="2696"/>
        <pc:sldMkLst>
          <pc:docMk/>
          <pc:sldMk cId="3110987420" sldId="295"/>
        </pc:sldMkLst>
      </pc:sldChg>
      <pc:sldChg chg="modSp mod">
        <pc:chgData name="Dr. Deepak S Sakkari Assistant Professor( CSE)" userId="6d73bcb8-5d92-40b8-9132-40f6303b79fc" providerId="ADAL" clId="{6A6CE88C-C1CC-4F3A-B486-05240001B6BF}" dt="2020-08-16T18:11:54.808" v="811" actId="404"/>
        <pc:sldMkLst>
          <pc:docMk/>
          <pc:sldMk cId="2011300504" sldId="296"/>
        </pc:sldMkLst>
        <pc:spChg chg="mod">
          <ac:chgData name="Dr. Deepak S Sakkari Assistant Professor( CSE)" userId="6d73bcb8-5d92-40b8-9132-40f6303b79fc" providerId="ADAL" clId="{6A6CE88C-C1CC-4F3A-B486-05240001B6BF}" dt="2020-08-16T18:11:54.808" v="811" actId="404"/>
          <ac:spMkLst>
            <pc:docMk/>
            <pc:sldMk cId="2011300504" sldId="296"/>
            <ac:spMk id="3" creationId="{00000000-0000-0000-0000-000000000000}"/>
          </ac:spMkLst>
        </pc:spChg>
      </pc:sldChg>
      <pc:sldChg chg="modSp del mod">
        <pc:chgData name="Dr. Deepak S Sakkari Assistant Professor( CSE)" userId="6d73bcb8-5d92-40b8-9132-40f6303b79fc" providerId="ADAL" clId="{6A6CE88C-C1CC-4F3A-B486-05240001B6BF}" dt="2020-08-16T18:12:16.452" v="813" actId="2696"/>
        <pc:sldMkLst>
          <pc:docMk/>
          <pc:sldMk cId="422380363" sldId="297"/>
        </pc:sldMkLst>
        <pc:spChg chg="mod">
          <ac:chgData name="Dr. Deepak S Sakkari Assistant Professor( CSE)" userId="6d73bcb8-5d92-40b8-9132-40f6303b79fc" providerId="ADAL" clId="{6A6CE88C-C1CC-4F3A-B486-05240001B6BF}" dt="2020-08-16T18:11:47.295" v="808" actId="21"/>
          <ac:spMkLst>
            <pc:docMk/>
            <pc:sldMk cId="422380363" sldId="297"/>
            <ac:spMk id="3" creationId="{00000000-0000-0000-0000-000000000000}"/>
          </ac:spMkLst>
        </pc:spChg>
        <pc:picChg chg="mod">
          <ac:chgData name="Dr. Deepak S Sakkari Assistant Professor( CSE)" userId="6d73bcb8-5d92-40b8-9132-40f6303b79fc" providerId="ADAL" clId="{6A6CE88C-C1CC-4F3A-B486-05240001B6BF}" dt="2020-08-16T18:12:10.728" v="812" actId="1076"/>
          <ac:picMkLst>
            <pc:docMk/>
            <pc:sldMk cId="422380363" sldId="297"/>
            <ac:picMk id="15363" creationId="{00000000-0000-0000-0000-000000000000}"/>
          </ac:picMkLst>
        </pc:picChg>
      </pc:sldChg>
      <pc:sldChg chg="modSp mod">
        <pc:chgData name="Dr. Deepak S Sakkari Assistant Professor( CSE)" userId="6d73bcb8-5d92-40b8-9132-40f6303b79fc" providerId="ADAL" clId="{6A6CE88C-C1CC-4F3A-B486-05240001B6BF}" dt="2020-08-16T18:12:35.971" v="818" actId="20577"/>
        <pc:sldMkLst>
          <pc:docMk/>
          <pc:sldMk cId="761635623" sldId="298"/>
        </pc:sldMkLst>
        <pc:spChg chg="mod">
          <ac:chgData name="Dr. Deepak S Sakkari Assistant Professor( CSE)" userId="6d73bcb8-5d92-40b8-9132-40f6303b79fc" providerId="ADAL" clId="{6A6CE88C-C1CC-4F3A-B486-05240001B6BF}" dt="2020-08-16T18:12:35.971" v="818" actId="20577"/>
          <ac:spMkLst>
            <pc:docMk/>
            <pc:sldMk cId="761635623" sldId="298"/>
            <ac:spMk id="3" creationId="{00000000-0000-0000-0000-000000000000}"/>
          </ac:spMkLst>
        </pc:spChg>
      </pc:sldChg>
      <pc:sldChg chg="modSp">
        <pc:chgData name="Dr. Deepak S Sakkari Assistant Professor( CSE)" userId="6d73bcb8-5d92-40b8-9132-40f6303b79fc" providerId="ADAL" clId="{6A6CE88C-C1CC-4F3A-B486-05240001B6BF}" dt="2020-08-16T18:13:08.143" v="858" actId="1035"/>
        <pc:sldMkLst>
          <pc:docMk/>
          <pc:sldMk cId="2659602100" sldId="299"/>
        </pc:sldMkLst>
        <pc:picChg chg="mod">
          <ac:chgData name="Dr. Deepak S Sakkari Assistant Professor( CSE)" userId="6d73bcb8-5d92-40b8-9132-40f6303b79fc" providerId="ADAL" clId="{6A6CE88C-C1CC-4F3A-B486-05240001B6BF}" dt="2020-08-16T18:13:08.143" v="858" actId="1035"/>
          <ac:picMkLst>
            <pc:docMk/>
            <pc:sldMk cId="2659602100" sldId="299"/>
            <ac:picMk id="16387" creationId="{00000000-0000-0000-0000-000000000000}"/>
          </ac:picMkLst>
        </pc:picChg>
      </pc:sldChg>
      <pc:sldChg chg="modSp">
        <pc:chgData name="Dr. Deepak S Sakkari Assistant Professor( CSE)" userId="6d73bcb8-5d92-40b8-9132-40f6303b79fc" providerId="ADAL" clId="{6A6CE88C-C1CC-4F3A-B486-05240001B6BF}" dt="2020-08-16T18:14:25.007" v="975" actId="732"/>
        <pc:sldMkLst>
          <pc:docMk/>
          <pc:sldMk cId="1639119821" sldId="300"/>
        </pc:sldMkLst>
        <pc:picChg chg="mod">
          <ac:chgData name="Dr. Deepak S Sakkari Assistant Professor( CSE)" userId="6d73bcb8-5d92-40b8-9132-40f6303b79fc" providerId="ADAL" clId="{6A6CE88C-C1CC-4F3A-B486-05240001B6BF}" dt="2020-08-16T18:14:25.007" v="975" actId="732"/>
          <ac:picMkLst>
            <pc:docMk/>
            <pc:sldMk cId="1639119821" sldId="300"/>
            <ac:picMk id="17410" creationId="{00000000-0000-0000-0000-000000000000}"/>
          </ac:picMkLst>
        </pc:picChg>
      </pc:sldChg>
      <pc:sldMasterChg chg="addSp delSp modSp mod modSldLayout">
        <pc:chgData name="Dr. Deepak S Sakkari Assistant Professor( CSE)" userId="6d73bcb8-5d92-40b8-9132-40f6303b79fc" providerId="ADAL" clId="{6A6CE88C-C1CC-4F3A-B486-05240001B6BF}" dt="2020-08-16T17:22:17.156" v="59" actId="2711"/>
        <pc:sldMasterMkLst>
          <pc:docMk/>
          <pc:sldMasterMk cId="2257922174" sldId="2147483684"/>
        </pc:sldMasterMkLst>
        <pc:spChg chg="del">
          <ac:chgData name="Dr. Deepak S Sakkari Assistant Professor( CSE)" userId="6d73bcb8-5d92-40b8-9132-40f6303b79fc" providerId="ADAL" clId="{6A6CE88C-C1CC-4F3A-B486-05240001B6BF}" dt="2020-08-16T17:18:55.997" v="14" actId="478"/>
          <ac:spMkLst>
            <pc:docMk/>
            <pc:sldMasterMk cId="2257922174" sldId="2147483684"/>
            <ac:spMk id="7" creationId="{00000000-0000-0000-0000-000000000000}"/>
          </ac:spMkLst>
        </pc:spChg>
        <pc:spChg chg="mod">
          <ac:chgData name="Dr. Deepak S Sakkari Assistant Professor( CSE)" userId="6d73bcb8-5d92-40b8-9132-40f6303b79fc" providerId="ADAL" clId="{6A6CE88C-C1CC-4F3A-B486-05240001B6BF}" dt="2020-08-16T17:22:09.695" v="58"/>
          <ac:spMkLst>
            <pc:docMk/>
            <pc:sldMasterMk cId="2257922174" sldId="2147483684"/>
            <ac:spMk id="1026" creationId="{00000000-0000-0000-0000-000000000000}"/>
          </ac:spMkLst>
        </pc:spChg>
        <pc:spChg chg="mod">
          <ac:chgData name="Dr. Deepak S Sakkari Assistant Professor( CSE)" userId="6d73bcb8-5d92-40b8-9132-40f6303b79fc" providerId="ADAL" clId="{6A6CE88C-C1CC-4F3A-B486-05240001B6BF}" dt="2020-08-16T17:22:17.156" v="59" actId="2711"/>
          <ac:spMkLst>
            <pc:docMk/>
            <pc:sldMasterMk cId="2257922174" sldId="2147483684"/>
            <ac:spMk id="1027" creationId="{00000000-0000-0000-0000-000000000000}"/>
          </ac:spMkLst>
        </pc:spChg>
        <pc:picChg chg="add">
          <ac:chgData name="Dr. Deepak S Sakkari Assistant Professor( CSE)" userId="6d73bcb8-5d92-40b8-9132-40f6303b79fc" providerId="ADAL" clId="{6A6CE88C-C1CC-4F3A-B486-05240001B6BF}" dt="2020-08-16T17:18:50.359" v="13" actId="22"/>
          <ac:picMkLst>
            <pc:docMk/>
            <pc:sldMasterMk cId="2257922174" sldId="2147483684"/>
            <ac:picMk id="2" creationId="{D556AC99-D25B-44D7-B4D4-56DFBA9A948D}"/>
          </ac:picMkLst>
        </pc:picChg>
        <pc:cxnChg chg="add mod">
          <ac:chgData name="Dr. Deepak S Sakkari Assistant Professor( CSE)" userId="6d73bcb8-5d92-40b8-9132-40f6303b79fc" providerId="ADAL" clId="{6A6CE88C-C1CC-4F3A-B486-05240001B6BF}" dt="2020-08-16T17:20:46.450" v="41" actId="692"/>
          <ac:cxnSpMkLst>
            <pc:docMk/>
            <pc:sldMasterMk cId="2257922174" sldId="2147483684"/>
            <ac:cxnSpMk id="9" creationId="{3B5F36A5-15D8-4D7C-9B1D-11E3C685F0D5}"/>
          </ac:cxnSpMkLst>
        </pc:cxnChg>
        <pc:sldLayoutChg chg="addSp modSp mod">
          <pc:chgData name="Dr. Deepak S Sakkari Assistant Professor( CSE)" userId="6d73bcb8-5d92-40b8-9132-40f6303b79fc" providerId="ADAL" clId="{6A6CE88C-C1CC-4F3A-B486-05240001B6BF}" dt="2020-08-16T17:18:26.126" v="12" actId="1036"/>
          <pc:sldLayoutMkLst>
            <pc:docMk/>
            <pc:sldMasterMk cId="2257922174" sldId="2147483684"/>
            <pc:sldLayoutMk cId="3379957623" sldId="2147483685"/>
          </pc:sldLayoutMkLst>
          <pc:picChg chg="add mod">
            <ac:chgData name="Dr. Deepak S Sakkari Assistant Professor( CSE)" userId="6d73bcb8-5d92-40b8-9132-40f6303b79fc" providerId="ADAL" clId="{6A6CE88C-C1CC-4F3A-B486-05240001B6BF}" dt="2020-08-16T17:18:26.126" v="12" actId="1036"/>
            <ac:picMkLst>
              <pc:docMk/>
              <pc:sldMasterMk cId="2257922174" sldId="2147483684"/>
              <pc:sldLayoutMk cId="3379957623" sldId="2147483685"/>
              <ac:picMk id="8" creationId="{EE652140-DF33-42B2-90EF-9E9B8553CD93}"/>
            </ac:picMkLst>
          </pc:picChg>
        </pc:sldLayoutChg>
      </pc:sldMasterChg>
    </pc:docChg>
  </pc:docChgLst>
  <pc:docChgLst>
    <pc:chgData name="Ashishika Singh" userId="2c5215269e6e15b9" providerId="LiveId" clId="{7EFFCCAC-AC97-40B9-BB19-E54196DF870C}"/>
    <pc:docChg chg="modSld">
      <pc:chgData name="Ashishika Singh" userId="2c5215269e6e15b9" providerId="LiveId" clId="{7EFFCCAC-AC97-40B9-BB19-E54196DF870C}" dt="2024-02-07T05:06:48.533" v="0" actId="20577"/>
      <pc:docMkLst>
        <pc:docMk/>
      </pc:docMkLst>
      <pc:sldChg chg="modSp mod">
        <pc:chgData name="Ashishika Singh" userId="2c5215269e6e15b9" providerId="LiveId" clId="{7EFFCCAC-AC97-40B9-BB19-E54196DF870C}" dt="2024-02-07T05:06:48.533" v="0" actId="20577"/>
        <pc:sldMkLst>
          <pc:docMk/>
          <pc:sldMk cId="48459217" sldId="544"/>
        </pc:sldMkLst>
        <pc:spChg chg="mod">
          <ac:chgData name="Ashishika Singh" userId="2c5215269e6e15b9" providerId="LiveId" clId="{7EFFCCAC-AC97-40B9-BB19-E54196DF870C}" dt="2024-02-07T05:06:48.533" v="0" actId="20577"/>
          <ac:spMkLst>
            <pc:docMk/>
            <pc:sldMk cId="48459217" sldId="544"/>
            <ac:spMk id="8"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t>9/22/2025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t>9/22/2025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24ADE7-A6F4-4046-A847-5DCBEEEA65FB}" type="slidenum">
              <a:rPr lang="en-US" smtClean="0"/>
              <a:t>1</a:t>
            </a:fld>
            <a:endParaRPr lang="en-US"/>
          </a:p>
        </p:txBody>
      </p:sp>
    </p:spTree>
    <p:extLst>
      <p:ext uri="{BB962C8B-B14F-4D97-AF65-F5344CB8AC3E}">
        <p14:creationId xmlns:p14="http://schemas.microsoft.com/office/powerpoint/2010/main" val="2187980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2961D096-7E3B-4901-842A-409E8605E423}" type="datetime1">
              <a:rPr lang="en-US" smtClean="0"/>
              <a:t>9/22/2025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3715BC48-F514-41A9-A06B-89726FEA9A41}" type="datetime1">
              <a:rPr lang="en-US" smtClean="0"/>
              <a:t>9/22/2025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79382B1-A318-4E25-8B63-3F37CB0D7274}" type="datetime1">
              <a:rPr lang="en-US" smtClean="0"/>
              <a:t>9/22/2025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9AD08C1B-89CC-4E1C-BEAF-FABC3A03FD30}" type="datetime1">
              <a:rPr lang="en-US" smtClean="0"/>
              <a:t>9/22/2025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F9680425-9698-4DA0-B543-89E03CD4FF44}" type="datetime1">
              <a:rPr lang="en-US" smtClean="0"/>
              <a:t>9/22/2025</a:t>
            </a:fld>
            <a:endParaRPr lang="en-US"/>
          </a:p>
        </p:txBody>
      </p:sp>
      <p:sp>
        <p:nvSpPr>
          <p:cNvPr id="8" name="Footer Placeholder 4"/>
          <p:cNvSpPr>
            <a:spLocks noGrp="1"/>
          </p:cNvSpPr>
          <p:nvPr>
            <p:ph type="ftr" sz="quarter" idx="11"/>
          </p:nvPr>
        </p:nvSpPr>
        <p:spPr/>
        <p:txBody>
          <a:bodyPr/>
          <a:lstStyle>
            <a:lvl1pPr>
              <a:defRPr/>
            </a:lvl1pPr>
          </a:lstStyle>
          <a:p>
            <a:r>
              <a:rPr lang="en-US"/>
              <a:t>CSE2024 NoSQL Databases</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ADDF3898-51C9-42CA-AFF7-14A768C26905}" type="datetime1">
              <a:rPr lang="en-US" smtClean="0"/>
              <a:t>9/22/2025</a:t>
            </a:fld>
            <a:endParaRPr lang="en-US"/>
          </a:p>
        </p:txBody>
      </p:sp>
      <p:sp>
        <p:nvSpPr>
          <p:cNvPr id="4" name="Footer Placeholder 4"/>
          <p:cNvSpPr>
            <a:spLocks noGrp="1"/>
          </p:cNvSpPr>
          <p:nvPr>
            <p:ph type="ftr" sz="quarter" idx="11"/>
          </p:nvPr>
        </p:nvSpPr>
        <p:spPr/>
        <p:txBody>
          <a:bodyPr/>
          <a:lstStyle>
            <a:lvl1pPr>
              <a:defRPr/>
            </a:lvl1pPr>
          </a:lstStyle>
          <a:p>
            <a:r>
              <a:rPr lang="en-US"/>
              <a:t>CSE2024 NoSQL Databases</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7C9E076F-7826-4434-B030-EF730E273267}" type="datetime1">
              <a:rPr lang="en-US" smtClean="0"/>
              <a:t>9/22/2025</a:t>
            </a:fld>
            <a:endParaRPr lang="en-US"/>
          </a:p>
        </p:txBody>
      </p:sp>
      <p:sp>
        <p:nvSpPr>
          <p:cNvPr id="3" name="Footer Placeholder 4"/>
          <p:cNvSpPr>
            <a:spLocks noGrp="1"/>
          </p:cNvSpPr>
          <p:nvPr>
            <p:ph type="ftr" sz="quarter" idx="11"/>
          </p:nvPr>
        </p:nvSpPr>
        <p:spPr/>
        <p:txBody>
          <a:bodyPr/>
          <a:lstStyle>
            <a:lvl1pPr>
              <a:defRPr/>
            </a:lvl1pPr>
          </a:lstStyle>
          <a:p>
            <a:r>
              <a:rPr lang="en-US"/>
              <a:t>CSE2024 NoSQL Databases</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2A09F549-E219-413D-B622-4D983791557B}" type="datetime1">
              <a:rPr lang="en-US" smtClean="0"/>
              <a:t>9/22/2025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8942CD6-7FAF-40A4-81AA-297C9A9B6773}" type="datetime1">
              <a:rPr lang="en-US" smtClean="0"/>
              <a:t>9/22/2025</a:t>
            </a:fld>
            <a:endParaRPr lang="en-US"/>
          </a:p>
        </p:txBody>
      </p:sp>
      <p:sp>
        <p:nvSpPr>
          <p:cNvPr id="6" name="Footer Placeholder 4"/>
          <p:cNvSpPr>
            <a:spLocks noGrp="1"/>
          </p:cNvSpPr>
          <p:nvPr>
            <p:ph type="ftr" sz="quarter" idx="11"/>
          </p:nvPr>
        </p:nvSpPr>
        <p:spPr/>
        <p:txBody>
          <a:bodyPr/>
          <a:lstStyle>
            <a:lvl1pPr>
              <a:defRPr/>
            </a:lvl1pPr>
          </a:lstStyle>
          <a:p>
            <a:r>
              <a:rPr lang="en-US"/>
              <a:t>CSE2024 NoSQL Databases</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6938856-79CA-49AF-934C-26554E0FC8D3}" type="datetime1">
              <a:rPr lang="en-US" smtClean="0"/>
              <a:t>9/22/2025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ACC4072-E3E6-4B98-A2C1-5BEC13CB7DE0}" type="datetime1">
              <a:rPr lang="en-US" smtClean="0"/>
              <a:t>9/22/2025</a:t>
            </a:fld>
            <a:endParaRPr lang="en-US"/>
          </a:p>
        </p:txBody>
      </p:sp>
      <p:sp>
        <p:nvSpPr>
          <p:cNvPr id="5" name="Footer Placeholder 4"/>
          <p:cNvSpPr>
            <a:spLocks noGrp="1"/>
          </p:cNvSpPr>
          <p:nvPr>
            <p:ph type="ftr" sz="quarter" idx="11"/>
          </p:nvPr>
        </p:nvSpPr>
        <p:spPr/>
        <p:txBody>
          <a:bodyPr/>
          <a:lstStyle>
            <a:lvl1pPr>
              <a:defRPr/>
            </a:lvl1pPr>
          </a:lstStyle>
          <a:p>
            <a:r>
              <a:rPr lang="en-US"/>
              <a:t>CSE2024 NoSQL Databases</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EE2650-6778-464F-AABC-7C744B7A5C3B}" type="datetime1">
              <a:rPr lang="en-US" smtClean="0"/>
              <a:t>9/22/2025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CSE2024 NoSQL Databases</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brainkart.com/subject/Web-Technology_169/"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6">
                  <a:extLst>
                    <a:ext uri="{A12FA001-AC4F-418D-AE19-62706E023703}">
                      <ahyp:hlinkClr xmlns="" xmlns:ahyp="http://schemas.microsoft.com/office/drawing/2018/hyperlinkcolor" val="tx"/>
                    </a:ext>
                  </a:extLst>
                </a:hlinkClick>
              </a:rPr>
              <a:t>NoSQL </a:t>
            </a:r>
            <a:r>
              <a:rPr lang="en-IN" sz="2800" dirty="0" smtClean="0">
                <a:hlinkClick r:id="rId6">
                  <a:extLst>
                    <a:ext uri="{A12FA001-AC4F-418D-AE19-62706E023703}">
                      <ahyp:hlinkClr xmlns="" xmlns:ahyp="http://schemas.microsoft.com/office/drawing/2018/hyperlinkcolor" val="tx"/>
                    </a:ext>
                  </a:extLst>
                </a:hlinkClick>
              </a:rPr>
              <a:t>Data Management</a:t>
            </a:r>
            <a:endParaRPr lang="en-IN" sz="2800" dirty="0">
              <a:hlinkClick r:id="rId6">
                <a:extLst>
                  <a:ext uri="{A12FA001-AC4F-418D-AE19-62706E023703}">
                    <ahyp:hlinkClr xmlns="" xmlns:ahyp="http://schemas.microsoft.com/office/drawing/2018/hyperlinkcolor" val="tx"/>
                  </a:ext>
                </a:extLst>
              </a:hlinkClick>
            </a:endParaRPr>
          </a:p>
          <a:p>
            <a:r>
              <a:rPr lang="en-IN" dirty="0"/>
              <a:t/>
            </a:r>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3470910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Module </a:t>
            </a:r>
            <a:r>
              <a:rPr lang="en-GB" dirty="0"/>
              <a:t>2</a:t>
            </a:r>
            <a:r>
              <a:rPr lang="en-GB" dirty="0" smtClean="0"/>
              <a:t> </a:t>
            </a:r>
            <a:r>
              <a:rPr lang="en-GB" dirty="0"/>
              <a:t>: </a:t>
            </a:r>
            <a:r>
              <a:rPr lang="en-US" dirty="0"/>
              <a:t>Distributed Data Systems and Consistency Models</a:t>
            </a:r>
            <a:endParaRPr lang="en-IN" dirty="0"/>
          </a:p>
        </p:txBody>
      </p:sp>
      <p:sp>
        <p:nvSpPr>
          <p:cNvPr id="3" name="Content Placeholder 2"/>
          <p:cNvSpPr>
            <a:spLocks noGrp="1"/>
          </p:cNvSpPr>
          <p:nvPr>
            <p:ph idx="1"/>
          </p:nvPr>
        </p:nvSpPr>
        <p:spPr>
          <a:xfrm>
            <a:off x="457200" y="1110762"/>
            <a:ext cx="8229600" cy="4909038"/>
          </a:xfrm>
        </p:spPr>
        <p:txBody>
          <a:bodyPr/>
          <a:lstStyle/>
          <a:p>
            <a:pPr algn="just"/>
            <a:r>
              <a:rPr lang="en-US" sz="1800" b="1" dirty="0"/>
              <a:t>Distributed Data Systems and Consistency Models </a:t>
            </a:r>
            <a:r>
              <a:rPr lang="en-IN" sz="1800" b="1" dirty="0" smtClean="0"/>
              <a:t>Distribution Models</a:t>
            </a:r>
            <a:r>
              <a:rPr lang="en-IN" sz="2000" b="1" dirty="0" smtClean="0"/>
              <a:t>:</a:t>
            </a:r>
            <a:r>
              <a:rPr lang="en-IN" sz="2000" dirty="0" smtClean="0"/>
              <a:t> </a:t>
            </a:r>
            <a:r>
              <a:rPr lang="en-IN" sz="2000" dirty="0"/>
              <a:t>Single Server, </a:t>
            </a:r>
            <a:r>
              <a:rPr lang="en-IN" sz="2000" dirty="0" err="1"/>
              <a:t>Sharding</a:t>
            </a:r>
            <a:r>
              <a:rPr lang="en-IN" sz="2000" dirty="0"/>
              <a:t>, Master-Slave Replication, Peer-to-Peer Replication, Combining </a:t>
            </a:r>
            <a:r>
              <a:rPr lang="en-IN" sz="2000" dirty="0" err="1"/>
              <a:t>Sharding</a:t>
            </a:r>
            <a:r>
              <a:rPr lang="en-IN" sz="2000" dirty="0"/>
              <a:t> and Replication Consistency, Update Consistency, Read Consistency, Relaxing Consistency, The CAP Theorem, Relaxing Durability, Quorums. Version Stamps, Business and System Transactions, Version Stamps on Multiple Nodes.</a:t>
            </a:r>
            <a:r>
              <a:rPr lang="en-IN" sz="1800" dirty="0"/>
              <a:t>		</a:t>
            </a:r>
          </a:p>
        </p:txBody>
      </p:sp>
      <p:sp>
        <p:nvSpPr>
          <p:cNvPr id="4" name="Footer Placeholder 3"/>
          <p:cNvSpPr>
            <a:spLocks noGrp="1"/>
          </p:cNvSpPr>
          <p:nvPr>
            <p:ph type="ftr" sz="quarter" idx="11"/>
          </p:nvPr>
        </p:nvSpPr>
        <p:spPr/>
        <p:txBody>
          <a:bodyPr/>
          <a:lstStyle/>
          <a:p>
            <a:r>
              <a:rPr lang="en-US" dirty="0" smtClean="0"/>
              <a:t>CSE3513 </a:t>
            </a:r>
            <a:r>
              <a:rPr lang="en-US" dirty="0"/>
              <a:t>NoSQL </a:t>
            </a:r>
            <a:r>
              <a:rPr lang="en-US" dirty="0" smtClean="0"/>
              <a:t>Data Management</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0972649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683C38-AC44-03AD-5D55-732744AFCB83}"/>
              </a:ext>
            </a:extLst>
          </p:cNvPr>
          <p:cNvSpPr>
            <a:spLocks noGrp="1"/>
          </p:cNvSpPr>
          <p:nvPr>
            <p:ph type="ftr" sz="quarter" idx="11"/>
          </p:nvPr>
        </p:nvSpPr>
        <p:spPr/>
        <p:txBody>
          <a:bodyPr/>
          <a:lstStyle/>
          <a:p>
            <a:r>
              <a:rPr lang="en-US" dirty="0"/>
              <a:t>CSE3513 NoSQL Data Management</a:t>
            </a:r>
          </a:p>
        </p:txBody>
      </p:sp>
      <p:sp>
        <p:nvSpPr>
          <p:cNvPr id="3" name="Slide Number Placeholder 2">
            <a:extLst>
              <a:ext uri="{FF2B5EF4-FFF2-40B4-BE49-F238E27FC236}">
                <a16:creationId xmlns:a16="http://schemas.microsoft.com/office/drawing/2014/main" id="{667DFAE2-9551-73A5-D73B-0A79D0E09258}"/>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TextBox 3">
            <a:extLst>
              <a:ext uri="{FF2B5EF4-FFF2-40B4-BE49-F238E27FC236}">
                <a16:creationId xmlns:a16="http://schemas.microsoft.com/office/drawing/2014/main" id="{8804667C-97E7-CFA4-9E93-D6BF82DA6FF3}"/>
              </a:ext>
            </a:extLst>
          </p:cNvPr>
          <p:cNvSpPr txBox="1"/>
          <p:nvPr/>
        </p:nvSpPr>
        <p:spPr>
          <a:xfrm>
            <a:off x="3390900" y="304800"/>
            <a:ext cx="2362200" cy="830997"/>
          </a:xfrm>
          <a:prstGeom prst="rect">
            <a:avLst/>
          </a:prstGeom>
          <a:noFill/>
        </p:spPr>
        <p:txBody>
          <a:bodyPr wrap="square" rtlCol="0">
            <a:spAutoFit/>
          </a:bodyPr>
          <a:lstStyle/>
          <a:p>
            <a:pPr algn="ctr"/>
            <a:r>
              <a:rPr lang="en-US" sz="2400" b="1" dirty="0" smtClean="0"/>
              <a:t>Session Summary</a:t>
            </a:r>
            <a:endParaRPr lang="en-IN" sz="2400" b="1" dirty="0"/>
          </a:p>
        </p:txBody>
      </p:sp>
      <p:sp>
        <p:nvSpPr>
          <p:cNvPr id="5" name="TextBox 4">
            <a:extLst>
              <a:ext uri="{FF2B5EF4-FFF2-40B4-BE49-F238E27FC236}">
                <a16:creationId xmlns:a16="http://schemas.microsoft.com/office/drawing/2014/main" id="{F78F9BFB-874F-26A1-7D38-3F1D596EFE31}"/>
              </a:ext>
            </a:extLst>
          </p:cNvPr>
          <p:cNvSpPr txBox="1"/>
          <p:nvPr/>
        </p:nvSpPr>
        <p:spPr>
          <a:xfrm>
            <a:off x="533400" y="1207665"/>
            <a:ext cx="7924800" cy="5355312"/>
          </a:xfrm>
          <a:prstGeom prst="rect">
            <a:avLst/>
          </a:prstGeom>
          <a:noFill/>
        </p:spPr>
        <p:txBody>
          <a:bodyPr wrap="square" rtlCol="0">
            <a:spAutoFit/>
          </a:bodyPr>
          <a:lstStyle/>
          <a:p>
            <a:r>
              <a:rPr lang="en-IN" b="1" dirty="0"/>
              <a:t>Topics </a:t>
            </a:r>
          </a:p>
          <a:p>
            <a:pPr marL="285750" indent="-285750">
              <a:buFont typeface="Arial" panose="020B0604020202020204" pitchFamily="34" charset="0"/>
              <a:buChar char="•"/>
            </a:pPr>
            <a:r>
              <a:rPr lang="en-IN" dirty="0" smtClean="0"/>
              <a:t>Distribution Models, Consistency Models</a:t>
            </a:r>
            <a:endParaRPr lang="en-IN" dirty="0"/>
          </a:p>
          <a:p>
            <a:pPr marL="285750" indent="-285750">
              <a:buFont typeface="Arial" panose="020B0604020202020204" pitchFamily="34" charset="0"/>
              <a:buChar char="•"/>
            </a:pPr>
            <a:r>
              <a:rPr lang="en-GB" dirty="0" smtClean="0"/>
              <a:t>Coordination &amp; Agreement Techniques</a:t>
            </a:r>
            <a:endParaRPr lang="en-GB" dirty="0"/>
          </a:p>
          <a:p>
            <a:pPr marL="285750" indent="-285750">
              <a:buFont typeface="Arial" panose="020B0604020202020204" pitchFamily="34" charset="0"/>
              <a:buChar char="•"/>
            </a:pPr>
            <a:r>
              <a:rPr lang="en-GB" dirty="0" smtClean="0"/>
              <a:t>BASE</a:t>
            </a:r>
            <a:endParaRPr lang="en-GB" dirty="0"/>
          </a:p>
          <a:p>
            <a:pPr marL="285750" indent="-285750">
              <a:buFont typeface="Arial" panose="020B0604020202020204" pitchFamily="34" charset="0"/>
              <a:buChar char="•"/>
            </a:pPr>
            <a:r>
              <a:rPr lang="en-GB" dirty="0" smtClean="0"/>
              <a:t>CAP-Theorem, Version Stamps, Transactions, Quorums</a:t>
            </a:r>
            <a:endParaRPr lang="en-GB" dirty="0"/>
          </a:p>
          <a:p>
            <a:endParaRPr lang="en-GB" dirty="0"/>
          </a:p>
          <a:p>
            <a:r>
              <a:rPr lang="en-GB" b="1" dirty="0"/>
              <a:t>Learning Outcomes (LOs)</a:t>
            </a:r>
          </a:p>
          <a:p>
            <a:r>
              <a:rPr lang="en-GB" b="1" dirty="0"/>
              <a:t>LO1</a:t>
            </a:r>
            <a:r>
              <a:rPr lang="en-GB" dirty="0"/>
              <a:t>: </a:t>
            </a:r>
            <a:r>
              <a:rPr lang="en-US" b="1" dirty="0"/>
              <a:t>Explain</a:t>
            </a:r>
            <a:r>
              <a:rPr lang="en-US" dirty="0"/>
              <a:t> the different distribution models (single server, </a:t>
            </a:r>
            <a:r>
              <a:rPr lang="en-US" dirty="0" err="1"/>
              <a:t>sharding</a:t>
            </a:r>
            <a:r>
              <a:rPr lang="en-US" dirty="0"/>
              <a:t>, replication techniques) </a:t>
            </a:r>
            <a:endParaRPr lang="en-GB" dirty="0"/>
          </a:p>
          <a:p>
            <a:r>
              <a:rPr lang="en-GB" b="1" dirty="0"/>
              <a:t>LO2</a:t>
            </a:r>
            <a:r>
              <a:rPr lang="en-GB" dirty="0"/>
              <a:t>: </a:t>
            </a:r>
            <a:r>
              <a:rPr lang="en-US" b="1" dirty="0"/>
              <a:t>Differentiate</a:t>
            </a:r>
            <a:r>
              <a:rPr lang="en-US" dirty="0"/>
              <a:t> between update consistency, read consistency, and relaxed consistency models, and </a:t>
            </a:r>
            <a:r>
              <a:rPr lang="en-US" b="1" dirty="0"/>
              <a:t>analyze</a:t>
            </a:r>
            <a:r>
              <a:rPr lang="en-US" dirty="0"/>
              <a:t> how the CAP theorem influences distributed database design. </a:t>
            </a:r>
            <a:endParaRPr lang="en-US" dirty="0" smtClean="0"/>
          </a:p>
          <a:p>
            <a:r>
              <a:rPr lang="en-GB" b="1" dirty="0" smtClean="0"/>
              <a:t>LO3</a:t>
            </a:r>
            <a:r>
              <a:rPr lang="en-GB" b="1" dirty="0"/>
              <a:t>: </a:t>
            </a:r>
            <a:r>
              <a:rPr lang="en-US" b="1" dirty="0"/>
              <a:t>Apply</a:t>
            </a:r>
            <a:r>
              <a:rPr lang="en-US" dirty="0"/>
              <a:t> concepts of durability relaxation, quorum-based approaches, and version stamps to ensure reliability and fault tolerance in distributed data systems. </a:t>
            </a:r>
            <a:endParaRPr lang="en-US" dirty="0" smtClean="0"/>
          </a:p>
          <a:p>
            <a:r>
              <a:rPr lang="en-GB" b="1" dirty="0" smtClean="0"/>
              <a:t>LO4</a:t>
            </a:r>
            <a:r>
              <a:rPr lang="en-GB" b="1" dirty="0"/>
              <a:t>: </a:t>
            </a:r>
            <a:r>
              <a:rPr lang="en-US" b="1" dirty="0"/>
              <a:t>Integrate</a:t>
            </a:r>
            <a:r>
              <a:rPr lang="en-US" dirty="0"/>
              <a:t> business and system transaction requirements with version stamping across multiple nodes to </a:t>
            </a:r>
            <a:r>
              <a:rPr lang="en-US" b="1" dirty="0"/>
              <a:t>design</a:t>
            </a:r>
            <a:r>
              <a:rPr lang="en-US" dirty="0"/>
              <a:t> scalable and consistent distributed architectures.</a:t>
            </a:r>
            <a:endParaRPr lang="en-GB" dirty="0"/>
          </a:p>
          <a:p>
            <a:endParaRPr lang="en-IN" dirty="0"/>
          </a:p>
        </p:txBody>
      </p:sp>
    </p:spTree>
    <p:extLst>
      <p:ext uri="{BB962C8B-B14F-4D97-AF65-F5344CB8AC3E}">
        <p14:creationId xmlns:p14="http://schemas.microsoft.com/office/powerpoint/2010/main" val="17783455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CSE2024 NoSQL Databases</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4" name="Rectangle 3"/>
          <p:cNvSpPr/>
          <p:nvPr/>
        </p:nvSpPr>
        <p:spPr>
          <a:xfrm>
            <a:off x="1752600" y="2590800"/>
            <a:ext cx="5943600" cy="1200329"/>
          </a:xfrm>
          <a:prstGeom prst="rect">
            <a:avLst/>
          </a:prstGeom>
        </p:spPr>
        <p:txBody>
          <a:bodyPr wrap="square">
            <a:spAutoFit/>
          </a:bodyPr>
          <a:lstStyle/>
          <a:p>
            <a:r>
              <a:rPr lang="en-US" sz="3600" b="1" dirty="0"/>
              <a:t>Distributed Data Systems and Consistency Models</a:t>
            </a:r>
            <a:endParaRPr lang="en-IN" sz="3600" b="1" dirty="0"/>
          </a:p>
        </p:txBody>
      </p:sp>
    </p:spTree>
    <p:extLst>
      <p:ext uri="{BB962C8B-B14F-4D97-AF65-F5344CB8AC3E}">
        <p14:creationId xmlns:p14="http://schemas.microsoft.com/office/powerpoint/2010/main" val="916943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323713"/>
          </a:xfrm>
          <a:prstGeom prst="rect">
            <a:avLst/>
          </a:prstGeom>
          <a:noFill/>
        </p:spPr>
        <p:txBody>
          <a:bodyPr wrap="square" rtlCol="0">
            <a:spAutoFit/>
          </a:bodyPr>
          <a:lstStyle/>
          <a:p>
            <a:pPr algn="just"/>
            <a:r>
              <a:rPr lang="en-US" b="1" dirty="0"/>
              <a:t>What is </a:t>
            </a:r>
            <a:r>
              <a:rPr lang="en-US" b="1" dirty="0" smtClean="0"/>
              <a:t>a Distributed System?</a:t>
            </a:r>
          </a:p>
          <a:p>
            <a:pPr algn="just"/>
            <a:endParaRPr lang="en-US" b="1" dirty="0"/>
          </a:p>
          <a:p>
            <a:pPr algn="just"/>
            <a:r>
              <a:rPr lang="en-US" b="1" dirty="0"/>
              <a:t>Distributed Data Systems</a:t>
            </a:r>
            <a:r>
              <a:rPr lang="en-US" dirty="0"/>
              <a:t> – databases and storage systems that manage data across multiple servers or locations</a:t>
            </a:r>
            <a:r>
              <a:rPr lang="en-US" dirty="0" smtClean="0"/>
              <a:t>.</a:t>
            </a:r>
          </a:p>
          <a:p>
            <a:pPr algn="just"/>
            <a:r>
              <a:rPr lang="en-IN" altLang="en-US" dirty="0">
                <a:ea typeface="Aptos" pitchFamily="34" charset="0"/>
                <a:cs typeface="Times New Roman" panose="02020603050405020304" pitchFamily="18" charset="0"/>
              </a:rPr>
              <a:t>Modern applications (social media, e-commerce, banking) store </a:t>
            </a:r>
            <a:r>
              <a:rPr lang="en-IN" altLang="en-US" b="1" dirty="0">
                <a:ea typeface="Aptos" pitchFamily="34" charset="0"/>
                <a:cs typeface="Times New Roman" panose="02020603050405020304" pitchFamily="18" charset="0"/>
              </a:rPr>
              <a:t>huge amounts of data</a:t>
            </a:r>
            <a:r>
              <a:rPr lang="en-IN" altLang="en-US" dirty="0">
                <a:ea typeface="Aptos" pitchFamily="34" charset="0"/>
                <a:cs typeface="Times New Roman" panose="02020603050405020304" pitchFamily="18" charset="0"/>
              </a:rPr>
              <a:t>.</a:t>
            </a:r>
          </a:p>
          <a:p>
            <a:pPr algn="just"/>
            <a:endParaRPr lang="en-US" sz="2200" b="1" dirty="0"/>
          </a:p>
          <a:p>
            <a:pPr algn="just">
              <a:lnSpc>
                <a:spcPct val="150000"/>
              </a:lnSpc>
            </a:pPr>
            <a:r>
              <a:rPr lang="en-GB" sz="2200" dirty="0"/>
              <a:t> </a:t>
            </a: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a:t>Introduction</a:t>
            </a:r>
            <a:endParaRPr lang="en-IN" sz="2800" dirty="0"/>
          </a:p>
        </p:txBody>
      </p:sp>
      <p:sp>
        <p:nvSpPr>
          <p:cNvPr id="7" name="Rectangle 6"/>
          <p:cNvSpPr/>
          <p:nvPr/>
        </p:nvSpPr>
        <p:spPr>
          <a:xfrm>
            <a:off x="1257300" y="2971800"/>
            <a:ext cx="6629400" cy="3139321"/>
          </a:xfrm>
          <a:prstGeom prst="rect">
            <a:avLst/>
          </a:prstGeom>
        </p:spPr>
        <p:txBody>
          <a:bodyPr wrap="square">
            <a:spAutoFit/>
          </a:bodyPr>
          <a:lstStyle/>
          <a:p>
            <a:r>
              <a:rPr lang="en-IN" dirty="0"/>
              <a:t> </a:t>
            </a:r>
            <a:r>
              <a:rPr lang="en-IN" dirty="0" smtClean="0"/>
              <a:t>                           ┌─────────────────┐</a:t>
            </a:r>
            <a:endParaRPr lang="en-IN" dirty="0"/>
          </a:p>
          <a:p>
            <a:r>
              <a:rPr lang="en-IN" dirty="0"/>
              <a:t>               </a:t>
            </a:r>
            <a:r>
              <a:rPr lang="en-IN" dirty="0" smtClean="0"/>
              <a:t>             │             User </a:t>
            </a:r>
            <a:r>
              <a:rPr lang="en-IN" dirty="0"/>
              <a:t>Request  </a:t>
            </a:r>
            <a:r>
              <a:rPr lang="en-IN" dirty="0" smtClean="0"/>
              <a:t>          │</a:t>
            </a:r>
            <a:endParaRPr lang="en-IN" dirty="0"/>
          </a:p>
          <a:p>
            <a:r>
              <a:rPr lang="en-IN" dirty="0"/>
              <a:t>             </a:t>
            </a:r>
            <a:r>
              <a:rPr lang="en-IN" dirty="0" smtClean="0"/>
              <a:t>               └───────┬─────────┘</a:t>
            </a:r>
            <a:endParaRPr lang="en-IN" dirty="0"/>
          </a:p>
          <a:p>
            <a:r>
              <a:rPr lang="en-IN" dirty="0"/>
              <a:t>                        </a:t>
            </a:r>
            <a:r>
              <a:rPr lang="en-IN" dirty="0" smtClean="0"/>
              <a:t>                               │</a:t>
            </a:r>
            <a:endParaRPr lang="en-IN" dirty="0"/>
          </a:p>
          <a:p>
            <a:r>
              <a:rPr lang="en-IN" dirty="0"/>
              <a:t>        ┌───────────────┼────────────────┐</a:t>
            </a:r>
          </a:p>
          <a:p>
            <a:r>
              <a:rPr lang="en-IN" dirty="0"/>
              <a:t>        │            </a:t>
            </a:r>
            <a:r>
              <a:rPr lang="en-IN" dirty="0" smtClean="0"/>
              <a:t>                                </a:t>
            </a:r>
            <a:r>
              <a:rPr lang="en-IN" dirty="0"/>
              <a:t>│              </a:t>
            </a:r>
            <a:r>
              <a:rPr lang="en-IN" dirty="0" smtClean="0"/>
              <a:t>                                 </a:t>
            </a:r>
            <a:r>
              <a:rPr lang="en-IN" dirty="0"/>
              <a:t>│</a:t>
            </a:r>
          </a:p>
          <a:p>
            <a:r>
              <a:rPr lang="en-IN" dirty="0"/>
              <a:t>        ▼              </a:t>
            </a:r>
            <a:r>
              <a:rPr lang="en-IN" dirty="0" smtClean="0"/>
              <a:t>                             </a:t>
            </a:r>
            <a:r>
              <a:rPr lang="en-IN" dirty="0"/>
              <a:t>▼               </a:t>
            </a:r>
            <a:r>
              <a:rPr lang="en-IN" dirty="0" smtClean="0"/>
              <a:t>                               ▼</a:t>
            </a:r>
            <a:endParaRPr lang="en-IN" dirty="0"/>
          </a:p>
          <a:p>
            <a:r>
              <a:rPr lang="en-IN" dirty="0"/>
              <a:t>   ┌───────────┐   ┌───────────┐   ┌───────────┐</a:t>
            </a:r>
          </a:p>
          <a:p>
            <a:r>
              <a:rPr lang="en-IN" dirty="0"/>
              <a:t>   │   Node A  </a:t>
            </a:r>
            <a:r>
              <a:rPr lang="en-IN" dirty="0" smtClean="0"/>
              <a:t>             │    │   </a:t>
            </a:r>
            <a:r>
              <a:rPr lang="en-IN" dirty="0"/>
              <a:t>Node B  </a:t>
            </a:r>
            <a:r>
              <a:rPr lang="en-IN" dirty="0" smtClean="0"/>
              <a:t>             │   │   </a:t>
            </a:r>
            <a:r>
              <a:rPr lang="en-IN" dirty="0"/>
              <a:t>Node C </a:t>
            </a:r>
            <a:r>
              <a:rPr lang="en-IN" dirty="0" smtClean="0"/>
              <a:t>              │</a:t>
            </a:r>
            <a:endParaRPr lang="en-IN" dirty="0"/>
          </a:p>
          <a:p>
            <a:r>
              <a:rPr lang="en-IN" dirty="0"/>
              <a:t>   │ (Shard 1) </a:t>
            </a:r>
            <a:r>
              <a:rPr lang="en-IN" dirty="0" smtClean="0"/>
              <a:t>            │    │ </a:t>
            </a:r>
            <a:r>
              <a:rPr lang="en-IN" dirty="0"/>
              <a:t>(Replica</a:t>
            </a:r>
            <a:r>
              <a:rPr lang="en-IN" dirty="0" smtClean="0"/>
              <a:t>)             </a:t>
            </a:r>
            <a:r>
              <a:rPr lang="en-IN" dirty="0"/>
              <a:t>│  </a:t>
            </a:r>
            <a:r>
              <a:rPr lang="en-IN" dirty="0" smtClean="0"/>
              <a:t> │  (</a:t>
            </a:r>
            <a:r>
              <a:rPr lang="en-IN" dirty="0"/>
              <a:t>Shard 2) </a:t>
            </a:r>
            <a:r>
              <a:rPr lang="en-IN" dirty="0" smtClean="0"/>
              <a:t>           │</a:t>
            </a:r>
            <a:endParaRPr lang="en-IN" dirty="0"/>
          </a:p>
          <a:p>
            <a:r>
              <a:rPr lang="en-IN" dirty="0"/>
              <a:t>   └───────────┘   └───────────┘   └───────────┘</a:t>
            </a:r>
          </a:p>
        </p:txBody>
      </p:sp>
    </p:spTree>
    <p:extLst>
      <p:ext uri="{BB962C8B-B14F-4D97-AF65-F5344CB8AC3E}">
        <p14:creationId xmlns:p14="http://schemas.microsoft.com/office/powerpoint/2010/main" val="33836821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139047"/>
          </a:xfrm>
          <a:prstGeom prst="rect">
            <a:avLst/>
          </a:prstGeom>
          <a:noFill/>
        </p:spPr>
        <p:txBody>
          <a:bodyPr wrap="square" rtlCol="0">
            <a:spAutoFit/>
          </a:bodyPr>
          <a:lstStyle/>
          <a:p>
            <a:pPr algn="just"/>
            <a:r>
              <a:rPr lang="en-US" sz="2200" b="1" dirty="0" smtClean="0"/>
              <a:t>Why distribution is needed?</a:t>
            </a:r>
            <a:endParaRPr lang="en-US" sz="2200" b="1" dirty="0"/>
          </a:p>
          <a:p>
            <a:pPr algn="just"/>
            <a:r>
              <a:rPr lang="en-IN" altLang="en-US" dirty="0" smtClean="0">
                <a:ea typeface="Aptos" pitchFamily="34" charset="0"/>
                <a:cs typeface="Times New Roman" panose="02020603050405020304" pitchFamily="18" charset="0"/>
              </a:rPr>
              <a:t>Modern </a:t>
            </a:r>
            <a:r>
              <a:rPr lang="en-IN" altLang="en-US" dirty="0">
                <a:ea typeface="Aptos" pitchFamily="34" charset="0"/>
                <a:cs typeface="Times New Roman" panose="02020603050405020304" pitchFamily="18" charset="0"/>
              </a:rPr>
              <a:t>applications (social media, e-commerce, banking) store </a:t>
            </a:r>
            <a:r>
              <a:rPr lang="en-IN" altLang="en-US" b="1" dirty="0">
                <a:ea typeface="Aptos" pitchFamily="34" charset="0"/>
                <a:cs typeface="Times New Roman" panose="02020603050405020304" pitchFamily="18" charset="0"/>
              </a:rPr>
              <a:t>huge amounts of data</a:t>
            </a:r>
            <a:r>
              <a:rPr lang="en-IN" altLang="en-US" dirty="0">
                <a:ea typeface="Aptos" pitchFamily="34" charset="0"/>
                <a:cs typeface="Times New Roman" panose="02020603050405020304" pitchFamily="18" charset="0"/>
              </a:rPr>
              <a:t>.</a:t>
            </a:r>
          </a:p>
          <a:p>
            <a:pPr algn="just"/>
            <a:r>
              <a:rPr lang="en-US" altLang="en-US" sz="2000" dirty="0">
                <a:ea typeface="Aptos" pitchFamily="34" charset="0"/>
                <a:cs typeface="Times New Roman" panose="02020603050405020304" pitchFamily="18" charset="0"/>
              </a:rPr>
              <a:t>Single Server can’t handle this data.</a:t>
            </a:r>
          </a:p>
          <a:p>
            <a:pPr algn="just"/>
            <a:r>
              <a:rPr lang="en-IN" altLang="en-US" sz="2000" dirty="0">
                <a:ea typeface="Aptos" pitchFamily="34" charset="0"/>
                <a:cs typeface="Times New Roman" panose="02020603050405020304" pitchFamily="18" charset="0"/>
              </a:rPr>
              <a:t>NoSQL databases (MongoDB, Cassandra, </a:t>
            </a:r>
            <a:r>
              <a:rPr lang="en-IN" altLang="en-US" sz="2000" dirty="0" err="1">
                <a:ea typeface="Aptos" pitchFamily="34" charset="0"/>
                <a:cs typeface="Times New Roman" panose="02020603050405020304" pitchFamily="18" charset="0"/>
              </a:rPr>
              <a:t>Couchbase</a:t>
            </a:r>
            <a:r>
              <a:rPr lang="en-IN" altLang="en-US" sz="2000" dirty="0">
                <a:ea typeface="Aptos" pitchFamily="34" charset="0"/>
                <a:cs typeface="Times New Roman" panose="02020603050405020304" pitchFamily="18" charset="0"/>
              </a:rPr>
              <a:t>, </a:t>
            </a:r>
            <a:r>
              <a:rPr lang="en-IN" altLang="en-US" sz="2000" dirty="0" err="1">
                <a:ea typeface="Aptos" pitchFamily="34" charset="0"/>
                <a:cs typeface="Times New Roman" panose="02020603050405020304" pitchFamily="18" charset="0"/>
              </a:rPr>
              <a:t>DynamoDB</a:t>
            </a:r>
            <a:r>
              <a:rPr lang="en-IN" altLang="en-US" sz="2000" dirty="0">
                <a:ea typeface="Aptos" pitchFamily="34" charset="0"/>
                <a:cs typeface="Times New Roman" panose="02020603050405020304" pitchFamily="18" charset="0"/>
              </a:rPr>
              <a:t>, etc.) are often distributed for scalability and fault tolerance</a:t>
            </a:r>
            <a:r>
              <a:rPr lang="en-IN" altLang="en-US" dirty="0">
                <a:ea typeface="Aptos" pitchFamily="34" charset="0"/>
                <a:cs typeface="Times New Roman" panose="02020603050405020304" pitchFamily="18" charset="0"/>
              </a:rPr>
              <a:t>.</a:t>
            </a:r>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a:t>Introduction</a:t>
            </a:r>
            <a:endParaRPr lang="en-IN" sz="2800" dirty="0"/>
          </a:p>
        </p:txBody>
      </p:sp>
    </p:spTree>
    <p:extLst>
      <p:ext uri="{BB962C8B-B14F-4D97-AF65-F5344CB8AC3E}">
        <p14:creationId xmlns:p14="http://schemas.microsoft.com/office/powerpoint/2010/main" val="16888632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4724370"/>
          </a:xfrm>
          <a:prstGeom prst="rect">
            <a:avLst/>
          </a:prstGeom>
          <a:noFill/>
        </p:spPr>
        <p:txBody>
          <a:bodyPr wrap="square" rtlCol="0">
            <a:spAutoFit/>
          </a:bodyPr>
          <a:lstStyle/>
          <a:p>
            <a:pPr marL="457200" indent="-457200" algn="just">
              <a:buAutoNum type="arabicPeriod"/>
            </a:pPr>
            <a:r>
              <a:rPr lang="en-US" sz="2200" b="1" dirty="0" smtClean="0"/>
              <a:t>Data is stored in multiple machines.</a:t>
            </a:r>
          </a:p>
          <a:p>
            <a:pPr marL="342900" indent="-342900" algn="just">
              <a:buAutoNum type="arabicPeriod"/>
            </a:pPr>
            <a:r>
              <a:rPr lang="en-US" altLang="en-US" sz="2200" b="1" dirty="0" smtClean="0">
                <a:ea typeface="Aptos" pitchFamily="34" charset="0"/>
                <a:cs typeface="Times New Roman" panose="02020603050405020304" pitchFamily="18" charset="0"/>
              </a:rPr>
              <a:t>  Nodes communicate over a network</a:t>
            </a:r>
          </a:p>
          <a:p>
            <a:pPr marL="342900" indent="-342900" algn="just">
              <a:buAutoNum type="arabicPeriod"/>
            </a:pPr>
            <a:r>
              <a:rPr lang="en-US" altLang="en-US" sz="2200" b="1" dirty="0">
                <a:ea typeface="Aptos" pitchFamily="34" charset="0"/>
                <a:cs typeface="Times New Roman" panose="02020603050405020304" pitchFamily="18" charset="0"/>
              </a:rPr>
              <a:t> </a:t>
            </a:r>
            <a:r>
              <a:rPr lang="en-US" altLang="en-US" sz="2200" b="1" dirty="0" smtClean="0">
                <a:ea typeface="Aptos" pitchFamily="34" charset="0"/>
                <a:cs typeface="Times New Roman" panose="02020603050405020304" pitchFamily="18" charset="0"/>
              </a:rPr>
              <a:t> Users see it as one logical database</a:t>
            </a:r>
          </a:p>
          <a:p>
            <a:pPr algn="just"/>
            <a:r>
              <a:rPr lang="en-US" altLang="en-US" sz="2200" b="1" dirty="0" smtClean="0">
                <a:ea typeface="Aptos" pitchFamily="34" charset="0"/>
                <a:cs typeface="Times New Roman" panose="02020603050405020304" pitchFamily="18" charset="0"/>
              </a:rPr>
              <a:t>Example:</a:t>
            </a:r>
          </a:p>
          <a:p>
            <a:pPr algn="just"/>
            <a:r>
              <a:rPr lang="en-US" altLang="en-US" b="1" dirty="0" smtClean="0">
                <a:ea typeface="Aptos" pitchFamily="34" charset="0"/>
                <a:cs typeface="Times New Roman" panose="02020603050405020304" pitchFamily="18" charset="0"/>
              </a:rPr>
              <a:t>Facebook</a:t>
            </a:r>
            <a:r>
              <a:rPr lang="en-US" altLang="en-US" dirty="0" smtClean="0">
                <a:ea typeface="Aptos" pitchFamily="34" charset="0"/>
                <a:cs typeface="Times New Roman" panose="02020603050405020304" pitchFamily="18" charset="0"/>
              </a:rPr>
              <a:t> : Your profile data is stored in one server, photos in another, messages in another --- all linked together.</a:t>
            </a:r>
          </a:p>
          <a:p>
            <a:pPr algn="just"/>
            <a:endParaRPr lang="en-US" altLang="en-US" dirty="0">
              <a:ea typeface="Aptos" pitchFamily="34" charset="0"/>
              <a:cs typeface="Times New Roman" panose="02020603050405020304" pitchFamily="18" charset="0"/>
            </a:endParaRPr>
          </a:p>
          <a:p>
            <a:pPr algn="just"/>
            <a:r>
              <a:rPr lang="en-US" altLang="en-US" b="1" dirty="0" smtClean="0">
                <a:ea typeface="Aptos" pitchFamily="34" charset="0"/>
                <a:cs typeface="Times New Roman" panose="02020603050405020304" pitchFamily="18" charset="0"/>
              </a:rPr>
              <a:t>Why NoSQL uses distributed systems ? </a:t>
            </a:r>
          </a:p>
          <a:p>
            <a:pPr algn="just"/>
            <a:endParaRPr lang="en-US" altLang="en-US" b="1" dirty="0" smtClean="0">
              <a:ea typeface="Aptos" pitchFamily="34" charset="0"/>
              <a:cs typeface="Times New Roman" panose="02020603050405020304" pitchFamily="18" charset="0"/>
            </a:endParaRPr>
          </a:p>
          <a:p>
            <a:pPr>
              <a:defRPr/>
            </a:pPr>
            <a:r>
              <a:rPr lang="en-IN" b="1" dirty="0"/>
              <a:t>Scalability</a:t>
            </a:r>
            <a:r>
              <a:rPr lang="en-IN" dirty="0"/>
              <a:t> – Handle billions of records by adding more machines.</a:t>
            </a:r>
          </a:p>
          <a:p>
            <a:pPr>
              <a:defRPr/>
            </a:pPr>
            <a:r>
              <a:rPr lang="en-IN" b="1" dirty="0"/>
              <a:t>Fault Tolerance</a:t>
            </a:r>
            <a:r>
              <a:rPr lang="en-IN" dirty="0"/>
              <a:t> – If one machine fails, others still serve data.</a:t>
            </a:r>
          </a:p>
          <a:p>
            <a:pPr>
              <a:defRPr/>
            </a:pPr>
            <a:r>
              <a:rPr lang="en-IN" b="1" dirty="0"/>
              <a:t>High Availability</a:t>
            </a:r>
            <a:r>
              <a:rPr lang="en-IN" dirty="0"/>
              <a:t> – Users can access data anytime, from anywhere.</a:t>
            </a:r>
          </a:p>
          <a:p>
            <a:pPr>
              <a:defRPr/>
            </a:pPr>
            <a:r>
              <a:rPr lang="en-IN" b="1" dirty="0"/>
              <a:t>Low Latency</a:t>
            </a:r>
            <a:r>
              <a:rPr lang="en-IN" dirty="0"/>
              <a:t> – Data stored close to where it’s used.</a:t>
            </a:r>
          </a:p>
          <a:p>
            <a:pPr algn="just"/>
            <a:endParaRPr lang="en-IN" altLang="en-US" b="1" dirty="0">
              <a:ea typeface="Aptos" pitchFamily="34" charset="0"/>
              <a:cs typeface="Times New Roman" panose="02020603050405020304" pitchFamily="18" charset="0"/>
            </a:endParaRPr>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TextBox 4"/>
          <p:cNvSpPr txBox="1"/>
          <p:nvPr/>
        </p:nvSpPr>
        <p:spPr>
          <a:xfrm>
            <a:off x="228601" y="381000"/>
            <a:ext cx="2362200" cy="523220"/>
          </a:xfrm>
          <a:prstGeom prst="rect">
            <a:avLst/>
          </a:prstGeom>
          <a:noFill/>
        </p:spPr>
        <p:txBody>
          <a:bodyPr wrap="square" rtlCol="0">
            <a:spAutoFit/>
          </a:bodyPr>
          <a:lstStyle/>
          <a:p>
            <a:pPr algn="ctr"/>
            <a:r>
              <a:rPr lang="en-US" sz="2800" dirty="0" smtClean="0"/>
              <a:t>Key Features</a:t>
            </a:r>
            <a:endParaRPr lang="en-IN" sz="2800" dirty="0"/>
          </a:p>
        </p:txBody>
      </p:sp>
    </p:spTree>
    <p:extLst>
      <p:ext uri="{BB962C8B-B14F-4D97-AF65-F5344CB8AC3E}">
        <p14:creationId xmlns:p14="http://schemas.microsoft.com/office/powerpoint/2010/main" val="5553530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055230"/>
          </a:xfrm>
          <a:prstGeom prst="rect">
            <a:avLst/>
          </a:prstGeom>
          <a:noFill/>
        </p:spPr>
        <p:txBody>
          <a:bodyPr wrap="square" rtlCol="0">
            <a:spAutoFit/>
          </a:bodyPr>
          <a:lstStyle/>
          <a:p>
            <a:pPr marL="457200" indent="-457200" algn="just">
              <a:buAutoNum type="arabicPeriod"/>
            </a:pPr>
            <a:r>
              <a:rPr lang="en-US" sz="2000" b="1" dirty="0" smtClean="0"/>
              <a:t>Data Duplication – Copies of the same data exists on multiple nodes.</a:t>
            </a:r>
          </a:p>
          <a:p>
            <a:pPr marL="342900" indent="-342900" algn="just">
              <a:buAutoNum type="arabicPeriod"/>
            </a:pPr>
            <a:r>
              <a:rPr lang="en-US" altLang="en-US" sz="2200" b="1" dirty="0" smtClean="0">
                <a:ea typeface="Aptos" pitchFamily="34" charset="0"/>
                <a:cs typeface="Times New Roman" panose="02020603050405020304" pitchFamily="18" charset="0"/>
              </a:rPr>
              <a:t>  </a:t>
            </a:r>
            <a:r>
              <a:rPr lang="en-US" altLang="en-US" sz="2000" b="1" dirty="0" smtClean="0">
                <a:ea typeface="Aptos" pitchFamily="34" charset="0"/>
                <a:cs typeface="Times New Roman" panose="02020603050405020304" pitchFamily="18" charset="0"/>
              </a:rPr>
              <a:t>Network Delays – Updates take time to reach all nodes.</a:t>
            </a:r>
          </a:p>
          <a:p>
            <a:pPr marL="342900" indent="-342900" algn="just">
              <a:buAutoNum type="arabicPeriod"/>
            </a:pPr>
            <a:r>
              <a:rPr lang="en-US" altLang="en-US" sz="2200" b="1" dirty="0" smtClean="0">
                <a:ea typeface="Aptos" pitchFamily="34" charset="0"/>
                <a:cs typeface="Times New Roman" panose="02020603050405020304" pitchFamily="18" charset="0"/>
              </a:rPr>
              <a:t>  </a:t>
            </a:r>
            <a:r>
              <a:rPr lang="en-US" altLang="en-US" sz="2000" b="1" dirty="0" smtClean="0">
                <a:ea typeface="Aptos" pitchFamily="34" charset="0"/>
                <a:cs typeface="Times New Roman" panose="02020603050405020304" pitchFamily="18" charset="0"/>
              </a:rPr>
              <a:t>Conflicts – What if two users update the same record at the   </a:t>
            </a:r>
          </a:p>
          <a:p>
            <a:pPr algn="just"/>
            <a:r>
              <a:rPr lang="en-US" altLang="en-US" sz="2000" b="1" dirty="0">
                <a:ea typeface="Aptos" pitchFamily="34" charset="0"/>
                <a:cs typeface="Times New Roman" panose="02020603050405020304" pitchFamily="18" charset="0"/>
              </a:rPr>
              <a:t> </a:t>
            </a:r>
            <a:r>
              <a:rPr lang="en-US" altLang="en-US" sz="2000" b="1" dirty="0" smtClean="0">
                <a:ea typeface="Aptos" pitchFamily="34" charset="0"/>
                <a:cs typeface="Times New Roman" panose="02020603050405020304" pitchFamily="18" charset="0"/>
              </a:rPr>
              <a:t>       same time.</a:t>
            </a:r>
          </a:p>
          <a:p>
            <a:pPr marL="457200" indent="-457200" algn="just">
              <a:buAutoNum type="arabicPeriod" startAt="4"/>
            </a:pPr>
            <a:r>
              <a:rPr lang="en-US" altLang="en-US" sz="2000" b="1" dirty="0" smtClean="0">
                <a:ea typeface="Aptos" pitchFamily="34" charset="0"/>
                <a:cs typeface="Times New Roman" panose="02020603050405020304" pitchFamily="18" charset="0"/>
              </a:rPr>
              <a:t>CAP Theorem – </a:t>
            </a:r>
          </a:p>
          <a:p>
            <a:pPr algn="just"/>
            <a:endParaRPr lang="en-US" altLang="en-US" sz="2200" b="1" dirty="0" smtClean="0">
              <a:ea typeface="Aptos" pitchFamily="34" charset="0"/>
              <a:cs typeface="Times New Roman" panose="02020603050405020304" pitchFamily="18" charset="0"/>
            </a:endParaRPr>
          </a:p>
          <a:p>
            <a:pPr algn="just"/>
            <a:r>
              <a:rPr lang="en-IN" b="1" kern="100" dirty="0" smtClean="0">
                <a:ea typeface="Aptos" panose="020B0004020202020204" pitchFamily="34" charset="0"/>
                <a:cs typeface="Times New Roman" panose="02020603050405020304" pitchFamily="18" charset="0"/>
              </a:rPr>
              <a:t>In </a:t>
            </a:r>
            <a:r>
              <a:rPr lang="en-IN" b="1" kern="100" dirty="0">
                <a:ea typeface="Aptos" panose="020B0004020202020204" pitchFamily="34" charset="0"/>
                <a:cs typeface="Times New Roman" panose="02020603050405020304" pitchFamily="18" charset="0"/>
              </a:rPr>
              <a:t>a distributed system, you can only guarantee two of the following at the same time:</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b="1" kern="100" dirty="0">
                <a:ea typeface="Aptos" panose="020B0004020202020204" pitchFamily="34" charset="0"/>
                <a:cs typeface="Times New Roman" panose="02020603050405020304" pitchFamily="18" charset="0"/>
              </a:rPr>
              <a:t>Consistency (C)</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b="1" kern="100" dirty="0">
                <a:ea typeface="Aptos" panose="020B0004020202020204" pitchFamily="34" charset="0"/>
                <a:cs typeface="Times New Roman" panose="02020603050405020304" pitchFamily="18" charset="0"/>
              </a:rPr>
              <a:t>Availability (A)</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b="1" kern="100" dirty="0">
                <a:ea typeface="Aptos" panose="020B0004020202020204" pitchFamily="34" charset="0"/>
                <a:cs typeface="Times New Roman" panose="02020603050405020304" pitchFamily="18" charset="0"/>
              </a:rPr>
              <a:t>Partition Tolerance (P</a:t>
            </a:r>
            <a:r>
              <a:rPr lang="en-IN" b="1" kern="100" dirty="0" smtClean="0">
                <a:ea typeface="Aptos" panose="020B0004020202020204" pitchFamily="34" charset="0"/>
                <a:cs typeface="Times New Roman" panose="02020603050405020304" pitchFamily="18" charset="0"/>
              </a:rPr>
              <a:t>)  :  </a:t>
            </a:r>
            <a:r>
              <a:rPr lang="en-US" dirty="0" smtClean="0"/>
              <a:t>The </a:t>
            </a:r>
            <a:r>
              <a:rPr lang="en-US" dirty="0"/>
              <a:t>system will continue to operate and process requests even if a network failure causes a communication breakdown, or "partition," between different nodes or parts of the system.</a:t>
            </a:r>
            <a:endParaRPr lang="en-IN" b="1" kern="100" dirty="0">
              <a:ea typeface="Aptos" panose="020B0004020202020204" pitchFamily="34" charset="0"/>
              <a:cs typeface="Times New Roman" panose="02020603050405020304" pitchFamily="18" charset="0"/>
            </a:endParaRPr>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spTree>
    <p:extLst>
      <p:ext uri="{BB962C8B-B14F-4D97-AF65-F5344CB8AC3E}">
        <p14:creationId xmlns:p14="http://schemas.microsoft.com/office/powerpoint/2010/main" val="26160329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029200" cy="5253746"/>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1600" b="1" kern="100" dirty="0" smtClean="0">
                <a:ea typeface="Aptos" panose="020B0004020202020204" pitchFamily="34" charset="0"/>
                <a:cs typeface="Times New Roman" panose="02020603050405020304" pitchFamily="18" charset="0"/>
              </a:rPr>
              <a:t>Consistency </a:t>
            </a:r>
            <a:r>
              <a:rPr lang="en-IN" sz="1600" b="1" kern="100" dirty="0">
                <a:ea typeface="Aptos" panose="020B0004020202020204" pitchFamily="34" charset="0"/>
                <a:cs typeface="Times New Roman" panose="02020603050405020304" pitchFamily="18" charset="0"/>
              </a:rPr>
              <a:t>(C</a:t>
            </a:r>
            <a:r>
              <a:rPr lang="en-IN" sz="1600" b="1" kern="100" dirty="0" smtClean="0">
                <a:ea typeface="Aptos" panose="020B0004020202020204" pitchFamily="34" charset="0"/>
                <a:cs typeface="Times New Roman" panose="02020603050405020304" pitchFamily="18" charset="0"/>
              </a:rPr>
              <a:t>) : </a:t>
            </a:r>
            <a:r>
              <a:rPr lang="en-US" sz="1600" dirty="0"/>
              <a:t>Every read gets the </a:t>
            </a:r>
            <a:r>
              <a:rPr lang="en-US" sz="1600" b="1" dirty="0"/>
              <a:t>latest, correct data</a:t>
            </a:r>
            <a:r>
              <a:rPr lang="en-US" sz="1600" dirty="0"/>
              <a:t> (same across all nodes</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After you write (update data), </a:t>
            </a:r>
            <a:r>
              <a:rPr lang="en-US" sz="1600" b="1" dirty="0"/>
              <a:t>all nodes</a:t>
            </a:r>
            <a:r>
              <a:rPr lang="en-US" sz="1600" dirty="0"/>
              <a:t> must agree before confirming success</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Systems prioritizing </a:t>
            </a:r>
            <a:r>
              <a:rPr lang="en-US" sz="1600" b="1" dirty="0"/>
              <a:t>Consistency</a:t>
            </a:r>
            <a:r>
              <a:rPr lang="en-US" sz="1600" dirty="0"/>
              <a:t> may delay responses but never show wrong balances.</a:t>
            </a:r>
            <a:endParaRPr lang="en-IN" sz="1600" b="1" kern="100" dirty="0">
              <a:ea typeface="Aptos" panose="020B0004020202020204" pitchFamily="34" charset="0"/>
              <a:cs typeface="Times New Roman" panose="02020603050405020304" pitchFamily="18" charset="0"/>
            </a:endParaRPr>
          </a:p>
          <a:p>
            <a:pPr algn="just">
              <a:lnSpc>
                <a:spcPct val="150000"/>
              </a:lnSpc>
            </a:pPr>
            <a:r>
              <a:rPr lang="en-IN" dirty="0"/>
              <a:t>Example</a:t>
            </a:r>
            <a:r>
              <a:rPr lang="en-IN" dirty="0" smtClean="0"/>
              <a:t>:</a:t>
            </a:r>
          </a:p>
          <a:p>
            <a:pPr algn="just">
              <a:lnSpc>
                <a:spcPct val="150000"/>
              </a:lnSpc>
            </a:pPr>
            <a:r>
              <a:rPr lang="en-US" dirty="0"/>
              <a:t>You transfer ₹1000 from Account A to Account B</a:t>
            </a:r>
            <a:r>
              <a:rPr lang="en-US" dirty="0" smtClean="0"/>
              <a:t>.</a:t>
            </a:r>
          </a:p>
          <a:p>
            <a:pPr algn="just">
              <a:lnSpc>
                <a:spcPct val="150000"/>
              </a:lnSpc>
            </a:pPr>
            <a:r>
              <a:rPr lang="en-US" dirty="0"/>
              <a:t>Once confirmed, </a:t>
            </a:r>
            <a:r>
              <a:rPr lang="en-US" b="1" dirty="0"/>
              <a:t>no matter which ATM or branch you check</a:t>
            </a:r>
            <a:r>
              <a:rPr lang="en-US" dirty="0"/>
              <a:t>, your balance is updated immediately</a:t>
            </a:r>
            <a:r>
              <a:rPr lang="en-US" dirty="0" smtClean="0"/>
              <a:t>.</a:t>
            </a:r>
          </a:p>
          <a:p>
            <a:pPr algn="just">
              <a:lnSpc>
                <a:spcPct val="150000"/>
              </a:lnSpc>
            </a:pPr>
            <a:r>
              <a:rPr lang="en-US" dirty="0"/>
              <a:t>Systems prioritizing </a:t>
            </a:r>
            <a:r>
              <a:rPr lang="en-US" b="1" dirty="0"/>
              <a:t>Consistency</a:t>
            </a:r>
            <a:r>
              <a:rPr lang="en-US" dirty="0"/>
              <a:t> may delay responses but never show wrong balances.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1105831"/>
            <a:ext cx="3918284" cy="4343400"/>
          </a:xfrm>
          <a:prstGeom prst="rect">
            <a:avLst/>
          </a:prstGeom>
        </p:spPr>
      </p:pic>
    </p:spTree>
    <p:extLst>
      <p:ext uri="{BB962C8B-B14F-4D97-AF65-F5344CB8AC3E}">
        <p14:creationId xmlns:p14="http://schemas.microsoft.com/office/powerpoint/2010/main" val="11447452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6041654"/>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1600" b="1" kern="100" dirty="0" smtClean="0">
                <a:ea typeface="Aptos" panose="020B0004020202020204" pitchFamily="34" charset="0"/>
                <a:cs typeface="Times New Roman" panose="02020603050405020304" pitchFamily="18" charset="0"/>
              </a:rPr>
              <a:t>Availability </a:t>
            </a:r>
            <a:r>
              <a:rPr lang="en-IN" sz="1600" b="1" kern="100" dirty="0">
                <a:ea typeface="Aptos" panose="020B0004020202020204" pitchFamily="34" charset="0"/>
                <a:cs typeface="Times New Roman" panose="02020603050405020304" pitchFamily="18" charset="0"/>
              </a:rPr>
              <a:t>(A</a:t>
            </a:r>
            <a:r>
              <a:rPr lang="en-IN" sz="1600" b="1" kern="100" dirty="0" smtClean="0">
                <a:ea typeface="Aptos" panose="020B0004020202020204" pitchFamily="34" charset="0"/>
                <a:cs typeface="Times New Roman" panose="02020603050405020304" pitchFamily="18" charset="0"/>
              </a:rPr>
              <a:t>): </a:t>
            </a:r>
            <a:r>
              <a:rPr lang="en-US" sz="1600" dirty="0"/>
              <a:t>Every request gets a response, even if it may not be the latest</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dirty="0"/>
              <a:t>Each node responds with the data it has, even if it’s slightly outdated</a:t>
            </a:r>
            <a:r>
              <a:rPr lang="en-US"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dirty="0"/>
              <a:t>Fast responses, but sometimes stale or inconsistent data.</a:t>
            </a:r>
            <a:endParaRPr lang="en-IN" b="1" kern="100" dirty="0">
              <a:ea typeface="Aptos" panose="020B0004020202020204" pitchFamily="34" charset="0"/>
              <a:cs typeface="Times New Roman" panose="02020603050405020304" pitchFamily="18" charset="0"/>
            </a:endParaRPr>
          </a:p>
          <a:p>
            <a:pPr algn="just">
              <a:lnSpc>
                <a:spcPct val="150000"/>
              </a:lnSpc>
            </a:pPr>
            <a:r>
              <a:rPr lang="en-IN" sz="1600" dirty="0"/>
              <a:t>Example</a:t>
            </a:r>
            <a:r>
              <a:rPr lang="en-IN" sz="1600" dirty="0" smtClean="0"/>
              <a:t>:</a:t>
            </a:r>
          </a:p>
          <a:p>
            <a:pPr algn="just">
              <a:lnSpc>
                <a:spcPct val="150000"/>
              </a:lnSpc>
            </a:pPr>
            <a:r>
              <a:rPr lang="en-US" sz="1600" dirty="0"/>
              <a:t>In an </a:t>
            </a:r>
            <a:r>
              <a:rPr lang="en-US" sz="1600" b="1" dirty="0"/>
              <a:t>e-commerce site</a:t>
            </a:r>
            <a:r>
              <a:rPr lang="en-US" sz="1600" dirty="0"/>
              <a:t>, two users try to buy the last item</a:t>
            </a:r>
            <a:r>
              <a:rPr lang="en-US" sz="1600" dirty="0" smtClean="0"/>
              <a:t>.</a:t>
            </a:r>
          </a:p>
          <a:p>
            <a:pPr algn="just">
              <a:lnSpc>
                <a:spcPct val="150000"/>
              </a:lnSpc>
            </a:pPr>
            <a:r>
              <a:rPr lang="en-US" sz="1600" dirty="0"/>
              <a:t>System </a:t>
            </a:r>
            <a:r>
              <a:rPr lang="en-US" sz="1600" b="1" dirty="0"/>
              <a:t>allows both to purchase</a:t>
            </a:r>
            <a:r>
              <a:rPr lang="en-US" sz="1600" dirty="0"/>
              <a:t> (both get a response), but inventory may show negative temporarily</a:t>
            </a:r>
            <a:r>
              <a:rPr lang="en-US" sz="1600" dirty="0" smtClean="0"/>
              <a:t>.</a:t>
            </a:r>
          </a:p>
          <a:p>
            <a:pPr algn="just">
              <a:lnSpc>
                <a:spcPct val="150000"/>
              </a:lnSpc>
            </a:pPr>
            <a:r>
              <a:rPr lang="en-US" sz="1600" dirty="0"/>
              <a:t>Prioritizes </a:t>
            </a:r>
            <a:r>
              <a:rPr lang="en-US" sz="1600" b="1" dirty="0"/>
              <a:t>Availability</a:t>
            </a:r>
            <a:r>
              <a:rPr lang="en-US" sz="1600" dirty="0"/>
              <a:t> over strict correctness.</a:t>
            </a:r>
            <a:endParaRPr lang="en-US" sz="1600" dirty="0" smtClean="0"/>
          </a:p>
          <a:p>
            <a:pPr algn="just">
              <a:lnSpc>
                <a:spcPct val="150000"/>
              </a:lnSpc>
            </a:pPr>
            <a:endParaRPr lang="en-IN" sz="2000" dirty="0" smtClean="0"/>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1371600"/>
            <a:ext cx="4291263" cy="4343400"/>
          </a:xfrm>
          <a:prstGeom prst="rect">
            <a:avLst/>
          </a:prstGeom>
        </p:spPr>
      </p:pic>
    </p:spTree>
    <p:extLst>
      <p:ext uri="{BB962C8B-B14F-4D97-AF65-F5344CB8AC3E}">
        <p14:creationId xmlns:p14="http://schemas.microsoft.com/office/powerpoint/2010/main" val="1057249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6291979"/>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IN" sz="1600" b="1" kern="100" dirty="0" smtClean="0">
                <a:ea typeface="Aptos" panose="020B0004020202020204" pitchFamily="34" charset="0"/>
                <a:cs typeface="Times New Roman" panose="02020603050405020304" pitchFamily="18" charset="0"/>
              </a:rPr>
              <a:t>Partition Tolerance (P): </a:t>
            </a:r>
            <a:r>
              <a:rPr lang="en-US" sz="1600" dirty="0"/>
              <a:t>The system continues to work even if </a:t>
            </a:r>
            <a:r>
              <a:rPr lang="en-US" sz="1600" b="1" dirty="0"/>
              <a:t>network breaks</a:t>
            </a:r>
            <a:r>
              <a:rPr lang="en-US" sz="1600" dirty="0"/>
              <a:t> and nodes can’t communicate</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b="1" dirty="0" smtClean="0"/>
              <a:t>Partition</a:t>
            </a:r>
            <a:r>
              <a:rPr lang="en-US" sz="1600" dirty="0" smtClean="0"/>
              <a:t>: Part of a distributed System.</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The cluster splits into “partitions” and each part keeps working independently</a:t>
            </a:r>
            <a:r>
              <a:rPr lang="en-US" sz="1600" dirty="0" smtClean="0"/>
              <a:t>.</a:t>
            </a:r>
          </a:p>
          <a:p>
            <a:pPr marL="742950" lvl="1" indent="-285750">
              <a:lnSpc>
                <a:spcPct val="115000"/>
              </a:lnSpc>
              <a:spcAft>
                <a:spcPts val="800"/>
              </a:spcAft>
              <a:buSzPts val="1000"/>
              <a:buFont typeface="Courier New" panose="02070309020205020404" pitchFamily="49" charset="0"/>
              <a:buChar char="o"/>
              <a:tabLst>
                <a:tab pos="914400" algn="l"/>
              </a:tabLst>
              <a:defRPr/>
            </a:pPr>
            <a:r>
              <a:rPr lang="en-US" sz="1600" dirty="0"/>
              <a:t>You must choose between </a:t>
            </a:r>
            <a:r>
              <a:rPr lang="en-US" sz="1600" b="1" dirty="0"/>
              <a:t>Consistency</a:t>
            </a:r>
            <a:r>
              <a:rPr lang="en-US" sz="1600" dirty="0"/>
              <a:t> or </a:t>
            </a:r>
            <a:r>
              <a:rPr lang="en-US" sz="1600" b="1" dirty="0"/>
              <a:t>Availability</a:t>
            </a:r>
            <a:r>
              <a:rPr lang="en-US" sz="1600" dirty="0"/>
              <a:t> during the partition.</a:t>
            </a:r>
            <a:endParaRPr lang="en-US" sz="1600" dirty="0" smtClean="0"/>
          </a:p>
          <a:p>
            <a:pPr algn="just">
              <a:lnSpc>
                <a:spcPct val="150000"/>
              </a:lnSpc>
            </a:pPr>
            <a:r>
              <a:rPr lang="en-IN" sz="1600" dirty="0" smtClean="0"/>
              <a:t>Example:</a:t>
            </a:r>
          </a:p>
          <a:p>
            <a:pPr algn="just">
              <a:lnSpc>
                <a:spcPct val="150000"/>
              </a:lnSpc>
            </a:pPr>
            <a:r>
              <a:rPr lang="en-US" sz="1600" dirty="0"/>
              <a:t>A </a:t>
            </a:r>
            <a:r>
              <a:rPr lang="en-US" sz="1600" b="1" dirty="0"/>
              <a:t>global social network</a:t>
            </a:r>
            <a:r>
              <a:rPr lang="en-US" sz="1600" dirty="0"/>
              <a:t> (like Facebook) with servers in India and the US</a:t>
            </a:r>
            <a:r>
              <a:rPr lang="en-US" sz="1600" dirty="0" smtClean="0"/>
              <a:t>.</a:t>
            </a:r>
          </a:p>
          <a:p>
            <a:pPr algn="just">
              <a:lnSpc>
                <a:spcPct val="150000"/>
              </a:lnSpc>
            </a:pPr>
            <a:r>
              <a:rPr lang="en-US" sz="1600" dirty="0"/>
              <a:t>If the link between them breaks, users in India can still post, and users in the US can still post — but they won’t see each other’s updates until the partition is fixed.</a:t>
            </a:r>
            <a:endParaRPr lang="en-IN" sz="2000" dirty="0" smtClean="0"/>
          </a:p>
          <a:p>
            <a:pPr algn="just">
              <a:lnSpc>
                <a:spcPct val="150000"/>
              </a:lnSpc>
            </a:pPr>
            <a:endParaRPr lang="en-GB" sz="22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1371600"/>
            <a:ext cx="4291263" cy="4343400"/>
          </a:xfrm>
          <a:prstGeom prst="rect">
            <a:avLst/>
          </a:prstGeom>
        </p:spPr>
      </p:pic>
    </p:spTree>
    <p:extLst>
      <p:ext uri="{BB962C8B-B14F-4D97-AF65-F5344CB8AC3E}">
        <p14:creationId xmlns:p14="http://schemas.microsoft.com/office/powerpoint/2010/main" val="3411777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2600712"/>
          </a:xfrm>
          <a:prstGeom prst="rect">
            <a:avLst/>
          </a:prstGeom>
          <a:noFill/>
        </p:spPr>
        <p:txBody>
          <a:bodyPr wrap="square" rtlCol="0">
            <a:spAutoFit/>
          </a:bodyPr>
          <a:lstStyle/>
          <a:p>
            <a:pPr algn="just"/>
            <a:r>
              <a:rPr lang="en-US" altLang="en-US" sz="1600" b="1" dirty="0" smtClean="0">
                <a:ea typeface="Aptos" pitchFamily="34" charset="0"/>
                <a:cs typeface="Times New Roman" panose="02020603050405020304" pitchFamily="18" charset="0"/>
              </a:rPr>
              <a:t>CAP Theorem – </a:t>
            </a:r>
          </a:p>
          <a:p>
            <a:pPr algn="just">
              <a:lnSpc>
                <a:spcPct val="150000"/>
              </a:lnSpc>
            </a:pPr>
            <a:r>
              <a:rPr lang="en-US" sz="1600" dirty="0"/>
              <a:t>Each distributed system can </a:t>
            </a:r>
            <a:r>
              <a:rPr lang="en-US" sz="1600" b="1" dirty="0"/>
              <a:t>choose only two guarantees</a:t>
            </a:r>
            <a:r>
              <a:rPr lang="en-US" sz="1600" dirty="0" smtClean="0"/>
              <a:t>:</a:t>
            </a:r>
          </a:p>
          <a:p>
            <a:pPr marL="342900" indent="-342900" algn="just">
              <a:lnSpc>
                <a:spcPct val="150000"/>
              </a:lnSpc>
              <a:buAutoNum type="arabicPeriod"/>
            </a:pPr>
            <a:r>
              <a:rPr lang="en-US" sz="1600" b="1" dirty="0" smtClean="0"/>
              <a:t>CA</a:t>
            </a:r>
            <a:r>
              <a:rPr lang="en-US" sz="1600" dirty="0" smtClean="0"/>
              <a:t> </a:t>
            </a:r>
            <a:r>
              <a:rPr lang="en-US" sz="1600" dirty="0"/>
              <a:t>→ Consistency + Availability (possible only in single-node or non-partitioned systems</a:t>
            </a:r>
            <a:r>
              <a:rPr lang="en-US" sz="1600" dirty="0" smtClean="0"/>
              <a:t>).</a:t>
            </a:r>
          </a:p>
          <a:p>
            <a:pPr marL="342900" indent="-342900" algn="just">
              <a:lnSpc>
                <a:spcPct val="150000"/>
              </a:lnSpc>
              <a:buAutoNum type="arabicPeriod"/>
            </a:pPr>
            <a:r>
              <a:rPr lang="en-IN" sz="1600" b="1" dirty="0"/>
              <a:t>CP</a:t>
            </a:r>
            <a:r>
              <a:rPr lang="en-IN" sz="1600" dirty="0"/>
              <a:t> → Consistency + Partition tolerance</a:t>
            </a:r>
            <a:r>
              <a:rPr lang="en-IN" sz="1600" dirty="0" smtClean="0"/>
              <a:t>.</a:t>
            </a:r>
          </a:p>
          <a:p>
            <a:pPr marL="342900" indent="-342900" algn="just">
              <a:lnSpc>
                <a:spcPct val="150000"/>
              </a:lnSpc>
              <a:buAutoNum type="arabicPeriod"/>
            </a:pPr>
            <a:r>
              <a:rPr lang="en-IN" sz="1600" b="1" dirty="0"/>
              <a:t>AP</a:t>
            </a:r>
            <a:r>
              <a:rPr lang="en-IN" sz="1600" dirty="0"/>
              <a:t> → Availability + Partition tolerance.</a:t>
            </a:r>
            <a:endParaRPr lang="en-GB" sz="16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TextBox 4"/>
          <p:cNvSpPr txBox="1"/>
          <p:nvPr/>
        </p:nvSpPr>
        <p:spPr>
          <a:xfrm>
            <a:off x="228600" y="381000"/>
            <a:ext cx="5334000" cy="523220"/>
          </a:xfrm>
          <a:prstGeom prst="rect">
            <a:avLst/>
          </a:prstGeom>
          <a:noFill/>
        </p:spPr>
        <p:txBody>
          <a:bodyPr wrap="square" rtlCol="0">
            <a:spAutoFit/>
          </a:bodyPr>
          <a:lstStyle/>
          <a:p>
            <a:pPr algn="ctr"/>
            <a:r>
              <a:rPr lang="en-US" sz="2800" dirty="0" smtClean="0"/>
              <a:t>Challenges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1371600"/>
            <a:ext cx="4291263" cy="4343400"/>
          </a:xfrm>
          <a:prstGeom prst="rect">
            <a:avLst/>
          </a:prstGeom>
        </p:spPr>
      </p:pic>
    </p:spTree>
    <p:extLst>
      <p:ext uri="{BB962C8B-B14F-4D97-AF65-F5344CB8AC3E}">
        <p14:creationId xmlns:p14="http://schemas.microsoft.com/office/powerpoint/2010/main" val="843329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4247317"/>
          </a:xfrm>
          <a:prstGeom prst="rect">
            <a:avLst/>
          </a:prstGeom>
          <a:noFill/>
        </p:spPr>
        <p:txBody>
          <a:bodyPr wrap="square" rtlCol="0">
            <a:spAutoFit/>
          </a:bodyPr>
          <a:lstStyle/>
          <a:p>
            <a:pPr algn="just"/>
            <a:r>
              <a:rPr lang="en-US" dirty="0" smtClean="0"/>
              <a:t>1. </a:t>
            </a:r>
            <a:r>
              <a:rPr lang="en-US" b="1" dirty="0" smtClean="0"/>
              <a:t>Single Server (centralized): </a:t>
            </a:r>
          </a:p>
          <a:p>
            <a:pPr algn="just"/>
            <a:r>
              <a:rPr lang="en-US" dirty="0"/>
              <a:t>All data is stored in a single server. Clients directly connect to this one server</a:t>
            </a:r>
            <a:r>
              <a:rPr lang="en-US" dirty="0" smtClean="0"/>
              <a:t>.</a:t>
            </a:r>
          </a:p>
          <a:p>
            <a:pPr algn="just"/>
            <a:r>
              <a:rPr lang="en-US" b="1" dirty="0"/>
              <a:t>Advantages:</a:t>
            </a:r>
            <a:endParaRPr lang="en-US" dirty="0"/>
          </a:p>
          <a:p>
            <a:pPr algn="just"/>
            <a:r>
              <a:rPr lang="en-US" dirty="0"/>
              <a:t>Simple to design and manage.</a:t>
            </a:r>
          </a:p>
          <a:p>
            <a:pPr algn="just"/>
            <a:r>
              <a:rPr lang="en-US" dirty="0"/>
              <a:t>Strong consistency (only one copy of data).</a:t>
            </a:r>
          </a:p>
          <a:p>
            <a:pPr algn="just"/>
            <a:r>
              <a:rPr lang="en-US" b="1" dirty="0"/>
              <a:t>Limitations:</a:t>
            </a:r>
            <a:endParaRPr lang="en-US" dirty="0"/>
          </a:p>
          <a:p>
            <a:pPr algn="just"/>
            <a:r>
              <a:rPr lang="en-US" dirty="0"/>
              <a:t>Not scalable for large datasets or high traffic.</a:t>
            </a:r>
          </a:p>
          <a:p>
            <a:pPr algn="just"/>
            <a:r>
              <a:rPr lang="en-US" dirty="0"/>
              <a:t>Single point of failure (if the server goes down, the system is unavailable).</a:t>
            </a:r>
          </a:p>
          <a:p>
            <a:pPr algn="just"/>
            <a:r>
              <a:rPr lang="en-US" b="1" dirty="0" smtClean="0"/>
              <a:t>Example</a:t>
            </a:r>
            <a:r>
              <a:rPr lang="en-US" b="1" dirty="0"/>
              <a:t>:</a:t>
            </a:r>
            <a:r>
              <a:rPr lang="en-US" dirty="0"/>
              <a:t> Small websites or applications with limited users.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10479896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4247317"/>
          </a:xfrm>
          <a:prstGeom prst="rect">
            <a:avLst/>
          </a:prstGeom>
          <a:noFill/>
        </p:spPr>
        <p:txBody>
          <a:bodyPr wrap="square" rtlCol="0">
            <a:spAutoFit/>
          </a:bodyPr>
          <a:lstStyle/>
          <a:p>
            <a:pPr algn="just"/>
            <a:r>
              <a:rPr lang="en-US" dirty="0"/>
              <a:t>2</a:t>
            </a:r>
            <a:r>
              <a:rPr lang="en-US" dirty="0" smtClean="0"/>
              <a:t>. </a:t>
            </a:r>
            <a:r>
              <a:rPr lang="en-IN" b="1" dirty="0" err="1"/>
              <a:t>Sharding</a:t>
            </a:r>
            <a:r>
              <a:rPr lang="en-IN" b="1" dirty="0"/>
              <a:t> (Horizontal Partitioning</a:t>
            </a:r>
            <a:r>
              <a:rPr lang="en-IN" b="1" dirty="0" smtClean="0"/>
              <a:t>):</a:t>
            </a:r>
            <a:endParaRPr lang="en-US" b="1" dirty="0" smtClean="0"/>
          </a:p>
          <a:p>
            <a:pPr algn="just"/>
            <a:r>
              <a:rPr lang="en-US" dirty="0"/>
              <a:t>The dataset is split into </a:t>
            </a:r>
            <a:r>
              <a:rPr lang="en-US" b="1" dirty="0"/>
              <a:t>partitions (shards)</a:t>
            </a:r>
            <a:r>
              <a:rPr lang="en-US" dirty="0"/>
              <a:t>, and each shard is stored on a different </a:t>
            </a:r>
            <a:r>
              <a:rPr lang="en-US" dirty="0" smtClean="0"/>
              <a:t>server.</a:t>
            </a:r>
          </a:p>
          <a:p>
            <a:pPr algn="just"/>
            <a:r>
              <a:rPr lang="en-US" b="1" dirty="0"/>
              <a:t>Advantages:</a:t>
            </a:r>
            <a:endParaRPr lang="en-US" dirty="0"/>
          </a:p>
          <a:p>
            <a:pPr algn="just"/>
            <a:r>
              <a:rPr lang="en-US" dirty="0"/>
              <a:t>Improves scalability (data spread across multiple machines</a:t>
            </a:r>
            <a:r>
              <a:rPr lang="en-US" dirty="0" smtClean="0"/>
              <a:t>).</a:t>
            </a:r>
            <a:endParaRPr lang="en-US" dirty="0"/>
          </a:p>
          <a:p>
            <a:pPr algn="just"/>
            <a:r>
              <a:rPr lang="en-US" dirty="0"/>
              <a:t>Balances load by distributing queries</a:t>
            </a:r>
            <a:r>
              <a:rPr lang="en-US" dirty="0" smtClean="0"/>
              <a:t>.</a:t>
            </a:r>
            <a:endParaRPr lang="en-US" dirty="0"/>
          </a:p>
          <a:p>
            <a:pPr algn="just"/>
            <a:r>
              <a:rPr lang="en-US" b="1" dirty="0"/>
              <a:t>Limitations:</a:t>
            </a:r>
            <a:endParaRPr lang="en-US" dirty="0"/>
          </a:p>
          <a:p>
            <a:pPr algn="just"/>
            <a:r>
              <a:rPr lang="en-US" dirty="0"/>
              <a:t>Complex to manage queries (must know which shard has the data</a:t>
            </a:r>
            <a:r>
              <a:rPr lang="en-US" dirty="0" smtClean="0"/>
              <a:t>).</a:t>
            </a:r>
            <a:endParaRPr lang="en-US" dirty="0"/>
          </a:p>
          <a:p>
            <a:pPr algn="just"/>
            <a:r>
              <a:rPr lang="en-US" dirty="0"/>
              <a:t>Rebalancing is required if shards grow unevenly</a:t>
            </a:r>
            <a:r>
              <a:rPr lang="en-US" dirty="0" smtClean="0"/>
              <a:t>.</a:t>
            </a:r>
          </a:p>
          <a:p>
            <a:pPr algn="just"/>
            <a:r>
              <a:rPr lang="en-US" b="1" dirty="0" smtClean="0"/>
              <a:t>Example</a:t>
            </a:r>
            <a:r>
              <a:rPr lang="en-US" b="1" dirty="0"/>
              <a:t>:</a:t>
            </a:r>
            <a:r>
              <a:rPr lang="en-US" dirty="0"/>
              <a:t> </a:t>
            </a:r>
            <a:r>
              <a:rPr lang="en-IN" dirty="0"/>
              <a:t>MongoDB, Cassandra use </a:t>
            </a:r>
            <a:r>
              <a:rPr lang="en-IN" dirty="0" err="1"/>
              <a:t>sharding</a:t>
            </a:r>
            <a:r>
              <a:rPr lang="en-IN" dirty="0"/>
              <a:t> for handling massive datasets.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28121533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3970318"/>
          </a:xfrm>
          <a:prstGeom prst="rect">
            <a:avLst/>
          </a:prstGeom>
          <a:noFill/>
        </p:spPr>
        <p:txBody>
          <a:bodyPr wrap="square" rtlCol="0">
            <a:spAutoFit/>
          </a:bodyPr>
          <a:lstStyle/>
          <a:p>
            <a:pPr algn="just"/>
            <a:r>
              <a:rPr lang="en-US" dirty="0" smtClean="0"/>
              <a:t>3. </a:t>
            </a:r>
            <a:r>
              <a:rPr lang="en-IN" b="1" dirty="0"/>
              <a:t>Master–Slave </a:t>
            </a:r>
            <a:r>
              <a:rPr lang="en-IN" b="1" dirty="0" smtClean="0"/>
              <a:t>Replication:</a:t>
            </a:r>
            <a:endParaRPr lang="en-US" b="1" dirty="0" smtClean="0"/>
          </a:p>
          <a:p>
            <a:pPr algn="just"/>
            <a:r>
              <a:rPr lang="en-US" dirty="0"/>
              <a:t>One server acts as the </a:t>
            </a:r>
            <a:r>
              <a:rPr lang="en-US" b="1" dirty="0"/>
              <a:t>Master</a:t>
            </a:r>
            <a:r>
              <a:rPr lang="en-US" dirty="0"/>
              <a:t> (handles writes) and multiple </a:t>
            </a:r>
            <a:r>
              <a:rPr lang="en-US" b="1" dirty="0"/>
              <a:t>Slaves</a:t>
            </a:r>
            <a:r>
              <a:rPr lang="en-US" dirty="0"/>
              <a:t> replicate the data (handle reads</a:t>
            </a:r>
            <a:r>
              <a:rPr lang="en-US" dirty="0" smtClean="0"/>
              <a:t>).</a:t>
            </a:r>
          </a:p>
          <a:p>
            <a:pPr algn="just"/>
            <a:r>
              <a:rPr lang="en-US" b="1" dirty="0" smtClean="0"/>
              <a:t>Advantages</a:t>
            </a:r>
            <a:r>
              <a:rPr lang="en-US" b="1" dirty="0"/>
              <a:t>:</a:t>
            </a:r>
            <a:endParaRPr lang="en-US" dirty="0"/>
          </a:p>
          <a:p>
            <a:pPr algn="just"/>
            <a:r>
              <a:rPr lang="en-US" dirty="0"/>
              <a:t>Increases read performance (slaves serve read queries</a:t>
            </a:r>
            <a:r>
              <a:rPr lang="en-US" dirty="0" smtClean="0"/>
              <a:t>).</a:t>
            </a:r>
          </a:p>
          <a:p>
            <a:pPr algn="just"/>
            <a:r>
              <a:rPr lang="en-IN" dirty="0"/>
              <a:t>Provides redundancy and backup</a:t>
            </a:r>
            <a:r>
              <a:rPr lang="en-IN" dirty="0" smtClean="0"/>
              <a:t>.</a:t>
            </a:r>
          </a:p>
          <a:p>
            <a:pPr algn="just"/>
            <a:r>
              <a:rPr lang="en-US" b="1" dirty="0" smtClean="0"/>
              <a:t>Limitations</a:t>
            </a:r>
            <a:r>
              <a:rPr lang="en-US" b="1" dirty="0"/>
              <a:t>:</a:t>
            </a:r>
            <a:endParaRPr lang="en-US" dirty="0"/>
          </a:p>
          <a:p>
            <a:pPr algn="just"/>
            <a:r>
              <a:rPr lang="en-US" dirty="0"/>
              <a:t>Master is a single point of failure</a:t>
            </a:r>
            <a:r>
              <a:rPr lang="en-US" dirty="0" smtClean="0"/>
              <a:t>.</a:t>
            </a:r>
          </a:p>
          <a:p>
            <a:pPr algn="just"/>
            <a:r>
              <a:rPr lang="en-US" dirty="0"/>
              <a:t>Data is eventually consistent between master and slaves (slight delay</a:t>
            </a:r>
            <a:r>
              <a:rPr lang="en-US" dirty="0" smtClean="0"/>
              <a:t>).</a:t>
            </a:r>
          </a:p>
          <a:p>
            <a:pPr algn="just"/>
            <a:r>
              <a:rPr lang="en-US" b="1" dirty="0" smtClean="0"/>
              <a:t>Example</a:t>
            </a:r>
            <a:r>
              <a:rPr lang="en-US" b="1" dirty="0"/>
              <a:t>:</a:t>
            </a:r>
            <a:r>
              <a:rPr lang="en-US" dirty="0"/>
              <a:t> </a:t>
            </a:r>
            <a:r>
              <a:rPr lang="fr-FR" dirty="0"/>
              <a:t>MySQL </a:t>
            </a:r>
            <a:r>
              <a:rPr lang="fr-FR" dirty="0" err="1"/>
              <a:t>replication</a:t>
            </a:r>
            <a:r>
              <a:rPr lang="fr-FR" dirty="0"/>
              <a:t>, PostgreSQL </a:t>
            </a:r>
            <a:r>
              <a:rPr lang="fr-FR" dirty="0" err="1"/>
              <a:t>replication</a:t>
            </a:r>
            <a:r>
              <a:rPr lang="fr-FR" dirty="0"/>
              <a:t> setups.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688858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3416320"/>
          </a:xfrm>
          <a:prstGeom prst="rect">
            <a:avLst/>
          </a:prstGeom>
          <a:noFill/>
        </p:spPr>
        <p:txBody>
          <a:bodyPr wrap="square" rtlCol="0">
            <a:spAutoFit/>
          </a:bodyPr>
          <a:lstStyle/>
          <a:p>
            <a:pPr algn="just"/>
            <a:r>
              <a:rPr lang="en-US" dirty="0"/>
              <a:t>4</a:t>
            </a:r>
            <a:r>
              <a:rPr lang="en-US" dirty="0" smtClean="0"/>
              <a:t>. </a:t>
            </a:r>
            <a:r>
              <a:rPr lang="en-IN" b="1" dirty="0" smtClean="0"/>
              <a:t>Peer-to-Peer Replication:</a:t>
            </a:r>
            <a:endParaRPr lang="en-US" b="1" dirty="0" smtClean="0"/>
          </a:p>
          <a:p>
            <a:pPr algn="just"/>
            <a:r>
              <a:rPr lang="en-US" dirty="0"/>
              <a:t>Every node acts as both a </a:t>
            </a:r>
            <a:r>
              <a:rPr lang="en-US" b="1" dirty="0"/>
              <a:t>reader and writer</a:t>
            </a:r>
            <a:r>
              <a:rPr lang="en-US" dirty="0"/>
              <a:t>. Updates are propagated among peers</a:t>
            </a:r>
            <a:r>
              <a:rPr lang="en-US" dirty="0" smtClean="0"/>
              <a:t>.</a:t>
            </a:r>
          </a:p>
          <a:p>
            <a:pPr algn="just"/>
            <a:r>
              <a:rPr lang="en-US" b="1" dirty="0" smtClean="0"/>
              <a:t>Advantages</a:t>
            </a:r>
            <a:r>
              <a:rPr lang="en-US" b="1" dirty="0"/>
              <a:t>:</a:t>
            </a:r>
            <a:endParaRPr lang="en-US" dirty="0"/>
          </a:p>
          <a:p>
            <a:pPr algn="just"/>
            <a:r>
              <a:rPr lang="en-US" dirty="0"/>
              <a:t>No single point of failure</a:t>
            </a:r>
            <a:r>
              <a:rPr lang="en-US" dirty="0" smtClean="0"/>
              <a:t>.</a:t>
            </a:r>
          </a:p>
          <a:p>
            <a:pPr algn="just"/>
            <a:r>
              <a:rPr lang="en-US" dirty="0"/>
              <a:t>Good fault tolerance and scalability</a:t>
            </a:r>
            <a:r>
              <a:rPr lang="en-US" dirty="0" smtClean="0"/>
              <a:t>.</a:t>
            </a:r>
          </a:p>
          <a:p>
            <a:pPr algn="just"/>
            <a:r>
              <a:rPr lang="en-US" b="1" dirty="0" smtClean="0"/>
              <a:t>Limitations</a:t>
            </a:r>
            <a:r>
              <a:rPr lang="en-US" b="1" dirty="0"/>
              <a:t>:</a:t>
            </a:r>
            <a:endParaRPr lang="en-US" dirty="0"/>
          </a:p>
          <a:p>
            <a:pPr algn="just"/>
            <a:r>
              <a:rPr lang="en-US" dirty="0"/>
              <a:t>Conflict resolution is complex (two peers may update the same record differently</a:t>
            </a:r>
            <a:r>
              <a:rPr lang="en-US" dirty="0" smtClean="0"/>
              <a:t>).</a:t>
            </a:r>
          </a:p>
          <a:p>
            <a:pPr algn="just"/>
            <a:r>
              <a:rPr lang="en-US" b="1" dirty="0" smtClean="0"/>
              <a:t>Example</a:t>
            </a:r>
            <a:r>
              <a:rPr lang="en-US" b="1" dirty="0"/>
              <a:t>:</a:t>
            </a:r>
            <a:r>
              <a:rPr lang="en-US" dirty="0"/>
              <a:t> </a:t>
            </a:r>
            <a:r>
              <a:rPr lang="en-IN" dirty="0" err="1"/>
              <a:t>CouchDB</a:t>
            </a:r>
            <a:r>
              <a:rPr lang="en-IN" dirty="0"/>
              <a:t>, </a:t>
            </a:r>
            <a:r>
              <a:rPr lang="en-IN" dirty="0" err="1"/>
              <a:t>DynamoDB</a:t>
            </a:r>
            <a:r>
              <a:rPr lang="en-IN" dirty="0"/>
              <a:t>, Cassandra (multi-master setups).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8080180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3693319"/>
          </a:xfrm>
          <a:prstGeom prst="rect">
            <a:avLst/>
          </a:prstGeom>
          <a:noFill/>
        </p:spPr>
        <p:txBody>
          <a:bodyPr wrap="square" rtlCol="0">
            <a:spAutoFit/>
          </a:bodyPr>
          <a:lstStyle/>
          <a:p>
            <a:pPr algn="just"/>
            <a:r>
              <a:rPr lang="en-US" dirty="0" smtClean="0"/>
              <a:t>5. </a:t>
            </a:r>
            <a:r>
              <a:rPr lang="en-IN" b="1" dirty="0" smtClean="0"/>
              <a:t>Combining </a:t>
            </a:r>
            <a:r>
              <a:rPr lang="en-IN" b="1" dirty="0" err="1" smtClean="0"/>
              <a:t>Sharding</a:t>
            </a:r>
            <a:r>
              <a:rPr lang="en-IN" b="1" dirty="0" smtClean="0"/>
              <a:t> + Replication:</a:t>
            </a:r>
            <a:endParaRPr lang="en-US" b="1" dirty="0" smtClean="0"/>
          </a:p>
          <a:p>
            <a:pPr algn="just"/>
            <a:r>
              <a:rPr lang="en-US" dirty="0"/>
              <a:t>Each shard (partition) is </a:t>
            </a:r>
            <a:r>
              <a:rPr lang="en-US" b="1" dirty="0"/>
              <a:t>replicated</a:t>
            </a:r>
            <a:r>
              <a:rPr lang="en-US" dirty="0"/>
              <a:t> across multiple nodes</a:t>
            </a:r>
            <a:r>
              <a:rPr lang="en-US" dirty="0" smtClean="0"/>
              <a:t>.</a:t>
            </a:r>
          </a:p>
          <a:p>
            <a:pPr algn="just"/>
            <a:r>
              <a:rPr lang="en-US" b="1" dirty="0" smtClean="0"/>
              <a:t>Advantages</a:t>
            </a:r>
            <a:r>
              <a:rPr lang="en-US" b="1" dirty="0"/>
              <a:t>:</a:t>
            </a:r>
            <a:endParaRPr lang="en-US" dirty="0"/>
          </a:p>
          <a:p>
            <a:pPr algn="just"/>
            <a:r>
              <a:rPr lang="en-IN" dirty="0"/>
              <a:t>Scalability (due to </a:t>
            </a:r>
            <a:r>
              <a:rPr lang="en-IN" dirty="0" err="1"/>
              <a:t>sharding</a:t>
            </a:r>
            <a:r>
              <a:rPr lang="en-IN" dirty="0" smtClean="0"/>
              <a:t>).</a:t>
            </a:r>
          </a:p>
          <a:p>
            <a:pPr algn="just"/>
            <a:r>
              <a:rPr lang="en-US" dirty="0"/>
              <a:t>Fault tolerance &amp; high availability (due to replication</a:t>
            </a:r>
            <a:r>
              <a:rPr lang="en-US" dirty="0" smtClean="0"/>
              <a:t>).</a:t>
            </a:r>
          </a:p>
          <a:p>
            <a:pPr algn="just"/>
            <a:r>
              <a:rPr lang="en-US" b="1" dirty="0" smtClean="0"/>
              <a:t>Limitations</a:t>
            </a:r>
            <a:r>
              <a:rPr lang="en-US" b="1" dirty="0"/>
              <a:t>:</a:t>
            </a:r>
            <a:endParaRPr lang="en-US" dirty="0"/>
          </a:p>
          <a:p>
            <a:pPr algn="just"/>
            <a:r>
              <a:rPr lang="en-US" dirty="0"/>
              <a:t>Higher complexity in system design</a:t>
            </a:r>
            <a:r>
              <a:rPr lang="en-US" dirty="0" smtClean="0"/>
              <a:t>.</a:t>
            </a:r>
          </a:p>
          <a:p>
            <a:pPr algn="just"/>
            <a:r>
              <a:rPr lang="en-US" dirty="0"/>
              <a:t>Requires sophisticated coordination between shards and replicas</a:t>
            </a:r>
            <a:r>
              <a:rPr lang="en-US" dirty="0" smtClean="0"/>
              <a:t>.</a:t>
            </a:r>
          </a:p>
          <a:p>
            <a:pPr algn="just"/>
            <a:r>
              <a:rPr lang="en-US" b="1" dirty="0" smtClean="0"/>
              <a:t>Example</a:t>
            </a:r>
            <a:r>
              <a:rPr lang="en-US" b="1" dirty="0"/>
              <a:t>:</a:t>
            </a:r>
            <a:r>
              <a:rPr lang="en-US" dirty="0"/>
              <a:t> </a:t>
            </a:r>
            <a:r>
              <a:rPr lang="en-IN" dirty="0"/>
              <a:t>Google Spanner, </a:t>
            </a:r>
            <a:r>
              <a:rPr lang="en-IN" dirty="0" err="1"/>
              <a:t>HBase</a:t>
            </a:r>
            <a:r>
              <a:rPr lang="en-IN" dirty="0"/>
              <a:t>, modern distributed SQL databases.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24133648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585323"/>
          </a:xfrm>
          <a:prstGeom prst="rect">
            <a:avLst/>
          </a:prstGeom>
          <a:noFill/>
        </p:spPr>
        <p:txBody>
          <a:bodyPr wrap="square" rtlCol="0">
            <a:spAutoFit/>
          </a:bodyPr>
          <a:lstStyle/>
          <a:p>
            <a:pPr algn="just"/>
            <a:r>
              <a:rPr lang="en-US" dirty="0" smtClean="0"/>
              <a:t>1. </a:t>
            </a:r>
            <a:r>
              <a:rPr lang="en-US" b="1" dirty="0" smtClean="0"/>
              <a:t>Single Server (centralized): </a:t>
            </a:r>
          </a:p>
          <a:p>
            <a:pPr algn="just"/>
            <a:r>
              <a:rPr lang="en-US" dirty="0"/>
              <a:t>All data is stored in a single server. Clients directly connect to this one server</a:t>
            </a:r>
            <a:r>
              <a:rPr lang="en-US" dirty="0" smtClean="0"/>
              <a:t>.</a:t>
            </a:r>
          </a:p>
          <a:p>
            <a:pPr algn="just"/>
            <a:r>
              <a:rPr lang="en-US" b="1" dirty="0"/>
              <a:t>Advantages:</a:t>
            </a:r>
            <a:endParaRPr lang="en-US" dirty="0"/>
          </a:p>
          <a:p>
            <a:pPr algn="just"/>
            <a:r>
              <a:rPr lang="en-US" dirty="0"/>
              <a:t>Simple to design and manage.</a:t>
            </a:r>
          </a:p>
          <a:p>
            <a:pPr algn="just"/>
            <a:r>
              <a:rPr lang="en-US" dirty="0"/>
              <a:t>Strong consistency (only one copy of data).</a:t>
            </a:r>
          </a:p>
          <a:p>
            <a:pPr algn="just"/>
            <a:r>
              <a:rPr lang="en-US" b="1" dirty="0"/>
              <a:t>Limitations:</a:t>
            </a:r>
            <a:endParaRPr lang="en-US" dirty="0"/>
          </a:p>
          <a:p>
            <a:pPr algn="just"/>
            <a:r>
              <a:rPr lang="en-US" dirty="0"/>
              <a:t>Not scalable for large datasets or high traffic.</a:t>
            </a:r>
          </a:p>
          <a:p>
            <a:pPr algn="just"/>
            <a:r>
              <a:rPr lang="en-US" dirty="0"/>
              <a:t>Single point of failure (if the server goes down, the system is unavailable).</a:t>
            </a:r>
          </a:p>
          <a:p>
            <a:pPr algn="just"/>
            <a:r>
              <a:rPr lang="en-US" b="1" dirty="0" smtClean="0"/>
              <a:t>Example</a:t>
            </a:r>
            <a:r>
              <a:rPr lang="en-US" b="1" dirty="0"/>
              <a:t>:</a:t>
            </a:r>
            <a:r>
              <a:rPr lang="en-US" dirty="0"/>
              <a:t> Small websites or applications with limited users.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TextBox 4"/>
          <p:cNvSpPr txBox="1"/>
          <p:nvPr/>
        </p:nvSpPr>
        <p:spPr>
          <a:xfrm>
            <a:off x="-4011" y="303451"/>
            <a:ext cx="7772400" cy="523220"/>
          </a:xfrm>
          <a:prstGeom prst="rect">
            <a:avLst/>
          </a:prstGeom>
          <a:noFill/>
        </p:spPr>
        <p:txBody>
          <a:bodyPr wrap="square" rtlCol="0">
            <a:spAutoFit/>
          </a:bodyPr>
          <a:lstStyle/>
          <a:p>
            <a:pPr algn="ctr"/>
            <a:r>
              <a:rPr lang="en-US" sz="2800" dirty="0" smtClean="0"/>
              <a:t>Distribution Models : Single Server (centralized)</a:t>
            </a:r>
            <a:endParaRPr lang="en-IN" sz="2800"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9600" y="3892252"/>
            <a:ext cx="4572000" cy="2203748"/>
          </a:xfrm>
          <a:prstGeom prst="rect">
            <a:avLst/>
          </a:prstGeom>
        </p:spPr>
      </p:pic>
    </p:spTree>
    <p:extLst>
      <p:ext uri="{BB962C8B-B14F-4D97-AF65-F5344CB8AC3E}">
        <p14:creationId xmlns:p14="http://schemas.microsoft.com/office/powerpoint/2010/main" val="2674631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191000" cy="2062103"/>
          </a:xfrm>
          <a:prstGeom prst="rect">
            <a:avLst/>
          </a:prstGeom>
          <a:noFill/>
        </p:spPr>
        <p:txBody>
          <a:bodyPr wrap="square" rtlCol="0">
            <a:spAutoFit/>
          </a:bodyPr>
          <a:lstStyle/>
          <a:p>
            <a:pPr algn="just"/>
            <a:r>
              <a:rPr lang="en-US" sz="2000" b="1" dirty="0" smtClean="0"/>
              <a:t>Summary</a:t>
            </a:r>
            <a:r>
              <a:rPr lang="en-US" dirty="0" smtClean="0"/>
              <a:t> </a:t>
            </a:r>
            <a:r>
              <a:rPr lang="en-IN" b="1" dirty="0" smtClean="0"/>
              <a:t>:</a:t>
            </a:r>
            <a:endParaRPr lang="en-US" b="1" dirty="0" smtClean="0"/>
          </a:p>
          <a:p>
            <a:pPr algn="just"/>
            <a:r>
              <a:rPr lang="en-US" b="1" dirty="0"/>
              <a:t>Single server</a:t>
            </a:r>
            <a:r>
              <a:rPr lang="en-US" dirty="0"/>
              <a:t> → simplest, but limited</a:t>
            </a:r>
            <a:r>
              <a:rPr lang="en-US" dirty="0" smtClean="0"/>
              <a:t>.</a:t>
            </a:r>
          </a:p>
          <a:p>
            <a:pPr algn="just"/>
            <a:r>
              <a:rPr lang="en-IN" b="1" dirty="0" err="1"/>
              <a:t>Sharding</a:t>
            </a:r>
            <a:r>
              <a:rPr lang="en-IN" dirty="0"/>
              <a:t> → scales horizontally</a:t>
            </a:r>
            <a:r>
              <a:rPr lang="en-IN" dirty="0" smtClean="0"/>
              <a:t>.</a:t>
            </a:r>
          </a:p>
          <a:p>
            <a:pPr algn="just"/>
            <a:r>
              <a:rPr lang="en-US" b="1" dirty="0"/>
              <a:t>Replication</a:t>
            </a:r>
            <a:r>
              <a:rPr lang="en-US" dirty="0"/>
              <a:t> → improves availability and fault tolerance</a:t>
            </a:r>
            <a:r>
              <a:rPr lang="en-US" dirty="0" smtClean="0"/>
              <a:t>.</a:t>
            </a:r>
          </a:p>
          <a:p>
            <a:pPr algn="just"/>
            <a:r>
              <a:rPr lang="en-US" b="1" dirty="0" err="1"/>
              <a:t>Sharding</a:t>
            </a:r>
            <a:r>
              <a:rPr lang="en-US" b="1" dirty="0"/>
              <a:t> + Replication</a:t>
            </a:r>
            <a:r>
              <a:rPr lang="en-US" dirty="0"/>
              <a:t> → combines the best of both worlds.</a:t>
            </a:r>
            <a:endParaRPr lang="en-GB"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TextBox 4"/>
          <p:cNvSpPr txBox="1"/>
          <p:nvPr/>
        </p:nvSpPr>
        <p:spPr>
          <a:xfrm>
            <a:off x="-457200" y="543580"/>
            <a:ext cx="4239904" cy="523220"/>
          </a:xfrm>
          <a:prstGeom prst="rect">
            <a:avLst/>
          </a:prstGeom>
          <a:noFill/>
        </p:spPr>
        <p:txBody>
          <a:bodyPr wrap="square" rtlCol="0">
            <a:spAutoFit/>
          </a:bodyPr>
          <a:lstStyle/>
          <a:p>
            <a:pPr algn="ctr"/>
            <a:r>
              <a:rPr lang="en-US" sz="2800" dirty="0" smtClean="0"/>
              <a:t>Distribution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1066800"/>
            <a:ext cx="4572000" cy="5029200"/>
          </a:xfrm>
          <a:prstGeom prst="rect">
            <a:avLst/>
          </a:prstGeom>
        </p:spPr>
      </p:pic>
    </p:spTree>
    <p:extLst>
      <p:ext uri="{BB962C8B-B14F-4D97-AF65-F5344CB8AC3E}">
        <p14:creationId xmlns:p14="http://schemas.microsoft.com/office/powerpoint/2010/main" val="22139215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3810000" cy="2308324"/>
          </a:xfrm>
          <a:prstGeom prst="rect">
            <a:avLst/>
          </a:prstGeom>
          <a:noFill/>
        </p:spPr>
        <p:txBody>
          <a:bodyPr wrap="square" rtlCol="0">
            <a:spAutoFit/>
          </a:bodyPr>
          <a:lstStyle/>
          <a:p>
            <a:pPr marL="342900" indent="-342900" algn="just">
              <a:buFont typeface="Wingdings" panose="05000000000000000000" pitchFamily="2" charset="2"/>
              <a:buChar char="§"/>
            </a:pPr>
            <a:r>
              <a:rPr lang="en-IN" sz="2400" dirty="0"/>
              <a:t>Update Consistency </a:t>
            </a:r>
            <a:endParaRPr lang="en-IN" sz="2400" dirty="0" smtClean="0"/>
          </a:p>
          <a:p>
            <a:pPr marL="342900" indent="-342900" algn="just">
              <a:buFont typeface="Wingdings" panose="05000000000000000000" pitchFamily="2" charset="2"/>
              <a:buChar char="§"/>
            </a:pPr>
            <a:r>
              <a:rPr lang="en-IN" sz="2400" dirty="0"/>
              <a:t>Read Consistency </a:t>
            </a:r>
            <a:endParaRPr lang="en-IN" sz="2400" dirty="0" smtClean="0"/>
          </a:p>
          <a:p>
            <a:pPr marL="342900" indent="-342900" algn="just">
              <a:buFont typeface="Wingdings" panose="05000000000000000000" pitchFamily="2" charset="2"/>
              <a:buChar char="§"/>
            </a:pPr>
            <a:r>
              <a:rPr lang="en-IN" sz="2400" dirty="0"/>
              <a:t>Relaxing Consistency </a:t>
            </a:r>
            <a:endParaRPr lang="en-IN" sz="2400" dirty="0" smtClean="0"/>
          </a:p>
          <a:p>
            <a:pPr marL="342900" indent="-342900" algn="just">
              <a:buFont typeface="Wingdings" panose="05000000000000000000" pitchFamily="2" charset="2"/>
              <a:buChar char="§"/>
            </a:pPr>
            <a:r>
              <a:rPr lang="en-US" sz="2400" dirty="0"/>
              <a:t>Real-world examples (bank transfers, e-commerce inventory). </a:t>
            </a:r>
            <a:endParaRPr lang="en-GB" sz="2400" dirty="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Consistency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1066800"/>
            <a:ext cx="4495800" cy="5181600"/>
          </a:xfrm>
          <a:prstGeom prst="rect">
            <a:avLst/>
          </a:prstGeom>
        </p:spPr>
      </p:pic>
    </p:spTree>
    <p:extLst>
      <p:ext uri="{BB962C8B-B14F-4D97-AF65-F5344CB8AC3E}">
        <p14:creationId xmlns:p14="http://schemas.microsoft.com/office/powerpoint/2010/main" val="617437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4800600" cy="5324535"/>
          </a:xfrm>
          <a:prstGeom prst="rect">
            <a:avLst/>
          </a:prstGeom>
          <a:noFill/>
        </p:spPr>
        <p:txBody>
          <a:bodyPr wrap="square" rtlCol="0">
            <a:spAutoFit/>
          </a:bodyPr>
          <a:lstStyle/>
          <a:p>
            <a:pPr marL="342900" indent="-342900" algn="just">
              <a:buFont typeface="Wingdings" panose="05000000000000000000" pitchFamily="2" charset="2"/>
              <a:buChar char="§"/>
            </a:pPr>
            <a:r>
              <a:rPr lang="en-IN" sz="2000" b="1" dirty="0"/>
              <a:t>Update </a:t>
            </a:r>
            <a:r>
              <a:rPr lang="en-IN" sz="2000" b="1" dirty="0" smtClean="0"/>
              <a:t>Consistency</a:t>
            </a:r>
            <a:r>
              <a:rPr lang="en-IN" sz="2000" dirty="0" smtClean="0"/>
              <a:t>: </a:t>
            </a:r>
            <a:r>
              <a:rPr lang="en-US" sz="2000" dirty="0"/>
              <a:t>Once a write (update) is completed, all replicas in the system eventually reflect the </a:t>
            </a:r>
            <a:r>
              <a:rPr lang="en-US" sz="2000" b="1" dirty="0"/>
              <a:t>same final value</a:t>
            </a:r>
            <a:r>
              <a:rPr lang="en-US" sz="2000" dirty="0" smtClean="0"/>
              <a:t>.</a:t>
            </a:r>
          </a:p>
          <a:p>
            <a:pPr marL="342900" indent="-342900" algn="just">
              <a:buFont typeface="Wingdings" panose="05000000000000000000" pitchFamily="2" charset="2"/>
              <a:buChar char="§"/>
            </a:pPr>
            <a:r>
              <a:rPr lang="en-US" sz="2000" b="1" dirty="0"/>
              <a:t>Guarantee:</a:t>
            </a:r>
            <a:r>
              <a:rPr lang="en-US" sz="2000" dirty="0"/>
              <a:t> All replicas converge to the same state after the updates</a:t>
            </a:r>
            <a:r>
              <a:rPr lang="en-US" sz="2000" dirty="0" smtClean="0"/>
              <a:t>.</a:t>
            </a:r>
          </a:p>
          <a:p>
            <a:pPr marL="342900" indent="-342900" algn="just">
              <a:buFont typeface="Wingdings" panose="05000000000000000000" pitchFamily="2" charset="2"/>
              <a:buChar char="§"/>
            </a:pPr>
            <a:r>
              <a:rPr lang="en-US" sz="2000" b="1" dirty="0"/>
              <a:t>Focus:</a:t>
            </a:r>
            <a:r>
              <a:rPr lang="en-US" sz="2000" dirty="0"/>
              <a:t> The correctness of </a:t>
            </a:r>
            <a:r>
              <a:rPr lang="en-US" sz="2000" b="1" dirty="0"/>
              <a:t>write operations</a:t>
            </a:r>
            <a:r>
              <a:rPr lang="en-US" sz="2000" dirty="0" smtClean="0"/>
              <a:t>.</a:t>
            </a:r>
          </a:p>
          <a:p>
            <a:pPr marL="342900" indent="-342900" algn="just">
              <a:buFont typeface="Wingdings" panose="05000000000000000000" pitchFamily="2" charset="2"/>
              <a:buChar char="§"/>
            </a:pPr>
            <a:r>
              <a:rPr lang="en-IN" sz="2000" dirty="0"/>
              <a:t>Example (Bank Transfer</a:t>
            </a:r>
            <a:r>
              <a:rPr lang="en-IN" sz="2000" dirty="0" smtClean="0"/>
              <a:t>):</a:t>
            </a:r>
          </a:p>
          <a:p>
            <a:pPr marL="342900" indent="-342900" algn="just">
              <a:buFont typeface="Wingdings" panose="05000000000000000000" pitchFamily="2" charset="2"/>
              <a:buChar char="§"/>
            </a:pPr>
            <a:r>
              <a:rPr lang="en-US" sz="2000" dirty="0"/>
              <a:t>You transfer ₹1000 from Account A to Account B</a:t>
            </a:r>
            <a:r>
              <a:rPr lang="en-US" sz="2000" dirty="0" smtClean="0"/>
              <a:t>.</a:t>
            </a:r>
          </a:p>
          <a:p>
            <a:pPr marL="342900" indent="-342900" algn="just">
              <a:buFont typeface="Wingdings" panose="05000000000000000000" pitchFamily="2" charset="2"/>
              <a:buChar char="§"/>
            </a:pPr>
            <a:r>
              <a:rPr lang="en-US" sz="2000" dirty="0"/>
              <a:t>Even if network delays occur, eventually </a:t>
            </a:r>
            <a:r>
              <a:rPr lang="en-US" sz="2000" b="1" dirty="0"/>
              <a:t>both accounts will show the correct balances</a:t>
            </a:r>
            <a:r>
              <a:rPr lang="en-US" sz="2000" dirty="0" smtClean="0"/>
              <a:t>.</a:t>
            </a:r>
          </a:p>
          <a:p>
            <a:pPr marL="342900" indent="-342900" algn="just">
              <a:buFont typeface="Wingdings" panose="05000000000000000000" pitchFamily="2" charset="2"/>
              <a:buChar char="§"/>
            </a:pPr>
            <a:r>
              <a:rPr lang="en-US" sz="2000" dirty="0"/>
              <a:t>Once updates are propagated, </a:t>
            </a:r>
            <a:r>
              <a:rPr lang="en-US" sz="2000" b="1" dirty="0"/>
              <a:t>no ATM or branch will show conflicting balances</a:t>
            </a:r>
            <a:r>
              <a:rPr lang="en-US" sz="2000" dirty="0"/>
              <a:t>.</a:t>
            </a: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Consistency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066800"/>
            <a:ext cx="3581400" cy="5181600"/>
          </a:xfrm>
          <a:prstGeom prst="rect">
            <a:avLst/>
          </a:prstGeom>
        </p:spPr>
      </p:pic>
    </p:spTree>
    <p:extLst>
      <p:ext uri="{BB962C8B-B14F-4D97-AF65-F5344CB8AC3E}">
        <p14:creationId xmlns:p14="http://schemas.microsoft.com/office/powerpoint/2010/main" val="9140533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029200" cy="5078313"/>
          </a:xfrm>
          <a:prstGeom prst="rect">
            <a:avLst/>
          </a:prstGeom>
          <a:noFill/>
        </p:spPr>
        <p:txBody>
          <a:bodyPr wrap="square" rtlCol="0">
            <a:spAutoFit/>
          </a:bodyPr>
          <a:lstStyle/>
          <a:p>
            <a:pPr marL="342900" indent="-342900" algn="just">
              <a:buFont typeface="Wingdings" panose="05000000000000000000" pitchFamily="2" charset="2"/>
              <a:buChar char="§"/>
            </a:pPr>
            <a:r>
              <a:rPr lang="en-IN" b="1" dirty="0" smtClean="0"/>
              <a:t>Read Consistency</a:t>
            </a:r>
            <a:r>
              <a:rPr lang="en-IN" dirty="0" smtClean="0"/>
              <a:t>: </a:t>
            </a:r>
            <a:r>
              <a:rPr lang="en-US" dirty="0"/>
              <a:t>The guarantee about what </a:t>
            </a:r>
            <a:r>
              <a:rPr lang="en-US" b="1" dirty="0"/>
              <a:t>readers</a:t>
            </a:r>
            <a:r>
              <a:rPr lang="en-US" dirty="0"/>
              <a:t> see after a write.</a:t>
            </a:r>
            <a:endParaRPr lang="en-US" dirty="0" smtClean="0"/>
          </a:p>
          <a:p>
            <a:pPr marL="342900" indent="-342900" algn="just">
              <a:buFont typeface="Wingdings" panose="05000000000000000000" pitchFamily="2" charset="2"/>
              <a:buChar char="§"/>
            </a:pPr>
            <a:r>
              <a:rPr lang="en-IN" dirty="0"/>
              <a:t>Levels</a:t>
            </a:r>
            <a:r>
              <a:rPr lang="en-IN" dirty="0" smtClean="0"/>
              <a:t>:</a:t>
            </a:r>
          </a:p>
          <a:p>
            <a:pPr algn="just"/>
            <a:r>
              <a:rPr lang="en-US" b="1" dirty="0"/>
              <a:t>Strong Consistency:</a:t>
            </a:r>
            <a:r>
              <a:rPr lang="en-US" dirty="0"/>
              <a:t> Every read returns the </a:t>
            </a:r>
            <a:r>
              <a:rPr lang="en-US" b="1" dirty="0"/>
              <a:t>most recent </a:t>
            </a:r>
            <a:r>
              <a:rPr lang="en-US" b="1" dirty="0" err="1"/>
              <a:t>write</a:t>
            </a:r>
            <a:r>
              <a:rPr lang="en-US" dirty="0" err="1"/>
              <a:t>.All</a:t>
            </a:r>
            <a:r>
              <a:rPr lang="en-US" dirty="0"/>
              <a:t> replicas converge to the same state after the updates</a:t>
            </a:r>
            <a:r>
              <a:rPr lang="en-US" dirty="0" smtClean="0"/>
              <a:t>.</a:t>
            </a:r>
          </a:p>
          <a:p>
            <a:pPr algn="just"/>
            <a:r>
              <a:rPr lang="en-US" b="1" dirty="0"/>
              <a:t>Eventual Consistency:</a:t>
            </a:r>
            <a:r>
              <a:rPr lang="en-US" dirty="0"/>
              <a:t> Reads may return stale data, but eventually converge to the latest value</a:t>
            </a:r>
            <a:r>
              <a:rPr lang="en-US" dirty="0" smtClean="0"/>
              <a:t>.</a:t>
            </a:r>
          </a:p>
          <a:p>
            <a:pPr algn="just"/>
            <a:r>
              <a:rPr lang="en-US" b="1" dirty="0"/>
              <a:t>Causal Consistency:</a:t>
            </a:r>
            <a:r>
              <a:rPr lang="en-US" dirty="0"/>
              <a:t> Reads respect the cause-effect order of operations</a:t>
            </a:r>
            <a:r>
              <a:rPr lang="en-US" dirty="0" smtClean="0"/>
              <a:t>.</a:t>
            </a:r>
          </a:p>
          <a:p>
            <a:pPr marL="342900" indent="-342900" algn="just">
              <a:buFont typeface="Wingdings" panose="05000000000000000000" pitchFamily="2" charset="2"/>
              <a:buChar char="§"/>
            </a:pPr>
            <a:r>
              <a:rPr lang="en-IN" dirty="0" smtClean="0"/>
              <a:t>Example: </a:t>
            </a:r>
          </a:p>
          <a:p>
            <a:pPr marL="342900" indent="-342900" algn="just">
              <a:buFont typeface="Wingdings" panose="05000000000000000000" pitchFamily="2" charset="2"/>
              <a:buChar char="§"/>
            </a:pPr>
            <a:r>
              <a:rPr lang="en-US" dirty="0"/>
              <a:t>Last item in stock → User A buys it</a:t>
            </a:r>
            <a:r>
              <a:rPr lang="en-US" dirty="0" smtClean="0"/>
              <a:t>.</a:t>
            </a:r>
          </a:p>
          <a:p>
            <a:pPr marL="342900" indent="-342900" algn="just">
              <a:buFont typeface="Wingdings" panose="05000000000000000000" pitchFamily="2" charset="2"/>
              <a:buChar char="§"/>
            </a:pPr>
            <a:r>
              <a:rPr lang="en-US" dirty="0"/>
              <a:t>With </a:t>
            </a:r>
            <a:r>
              <a:rPr lang="en-US" b="1" dirty="0"/>
              <a:t>Strong Consistency</a:t>
            </a:r>
            <a:r>
              <a:rPr lang="en-US" dirty="0"/>
              <a:t>, when User B checks inventory, it immediately shows "Out of Stock</a:t>
            </a:r>
            <a:r>
              <a:rPr lang="en-US" dirty="0" smtClean="0"/>
              <a:t>".</a:t>
            </a:r>
          </a:p>
          <a:p>
            <a:pPr marL="342900" indent="-342900" algn="just">
              <a:buFont typeface="Wingdings" panose="05000000000000000000" pitchFamily="2" charset="2"/>
              <a:buChar char="§"/>
            </a:pPr>
            <a:r>
              <a:rPr lang="en-US" dirty="0"/>
              <a:t>With </a:t>
            </a:r>
            <a:r>
              <a:rPr lang="en-US" b="1" dirty="0"/>
              <a:t>Eventual Consistency</a:t>
            </a:r>
            <a:r>
              <a:rPr lang="en-US" dirty="0"/>
              <a:t>, User B might still see "1 item available" for a short while, even though it’s sold out.</a:t>
            </a:r>
            <a:endParaRPr lang="en-IN"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Consistency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066800"/>
            <a:ext cx="3581400" cy="5181600"/>
          </a:xfrm>
          <a:prstGeom prst="rect">
            <a:avLst/>
          </a:prstGeom>
        </p:spPr>
      </p:pic>
    </p:spTree>
    <p:extLst>
      <p:ext uri="{BB962C8B-B14F-4D97-AF65-F5344CB8AC3E}">
        <p14:creationId xmlns:p14="http://schemas.microsoft.com/office/powerpoint/2010/main" val="15227985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5029200" cy="5078313"/>
          </a:xfrm>
          <a:prstGeom prst="rect">
            <a:avLst/>
          </a:prstGeom>
          <a:noFill/>
        </p:spPr>
        <p:txBody>
          <a:bodyPr wrap="square" rtlCol="0">
            <a:spAutoFit/>
          </a:bodyPr>
          <a:lstStyle/>
          <a:p>
            <a:pPr marL="342900" indent="-342900" algn="just">
              <a:buFont typeface="Wingdings" panose="05000000000000000000" pitchFamily="2" charset="2"/>
              <a:buChar char="§"/>
            </a:pPr>
            <a:r>
              <a:rPr lang="en-IN" b="1" dirty="0" smtClean="0"/>
              <a:t>Relaxing Consistency</a:t>
            </a:r>
            <a:r>
              <a:rPr lang="en-IN" dirty="0" smtClean="0"/>
              <a:t>: </a:t>
            </a:r>
            <a:r>
              <a:rPr lang="en-US" dirty="0"/>
              <a:t>Sacrificing strict consistency rules to improve </a:t>
            </a:r>
            <a:r>
              <a:rPr lang="en-US" b="1" dirty="0"/>
              <a:t>performance, availability, and scalability</a:t>
            </a:r>
            <a:r>
              <a:rPr lang="en-US" dirty="0" smtClean="0"/>
              <a:t>.</a:t>
            </a:r>
          </a:p>
          <a:p>
            <a:pPr marL="342900" indent="-342900" algn="just">
              <a:buFont typeface="Wingdings" panose="05000000000000000000" pitchFamily="2" charset="2"/>
              <a:buChar char="§"/>
            </a:pPr>
            <a:r>
              <a:rPr lang="en-US" b="1" dirty="0"/>
              <a:t>Why?</a:t>
            </a:r>
            <a:r>
              <a:rPr lang="en-US" dirty="0"/>
              <a:t> Because in large distributed systems, always enforcing strict consistency is costly</a:t>
            </a:r>
            <a:r>
              <a:rPr lang="en-US" dirty="0" smtClean="0"/>
              <a:t>.</a:t>
            </a:r>
          </a:p>
          <a:p>
            <a:pPr marL="342900" indent="-342900" algn="just">
              <a:buFont typeface="Wingdings" panose="05000000000000000000" pitchFamily="2" charset="2"/>
              <a:buChar char="§"/>
            </a:pPr>
            <a:r>
              <a:rPr lang="en-US" b="1" dirty="0"/>
              <a:t>Approach:</a:t>
            </a:r>
            <a:r>
              <a:rPr lang="en-US" dirty="0"/>
              <a:t> Allowing temporary inconsistencies that resolve later</a:t>
            </a:r>
            <a:r>
              <a:rPr lang="en-US" dirty="0" smtClean="0"/>
              <a:t>.</a:t>
            </a:r>
          </a:p>
          <a:p>
            <a:pPr marL="342900" indent="-342900" algn="just">
              <a:buFont typeface="Wingdings" panose="05000000000000000000" pitchFamily="2" charset="2"/>
              <a:buChar char="§"/>
            </a:pPr>
            <a:r>
              <a:rPr lang="en-IN" dirty="0" smtClean="0"/>
              <a:t>Example: </a:t>
            </a:r>
          </a:p>
          <a:p>
            <a:pPr marL="342900" indent="-342900" algn="just">
              <a:buFont typeface="Wingdings" panose="05000000000000000000" pitchFamily="2" charset="2"/>
              <a:buChar char="§"/>
            </a:pPr>
            <a:r>
              <a:rPr lang="en-US" dirty="0"/>
              <a:t>Shopping Cart Service (Amazon, Flipkart</a:t>
            </a:r>
            <a:r>
              <a:rPr lang="en-US" dirty="0" smtClean="0"/>
              <a:t>):</a:t>
            </a:r>
          </a:p>
          <a:p>
            <a:pPr algn="just"/>
            <a:r>
              <a:rPr lang="en-US" dirty="0" smtClean="0"/>
              <a:t>       When </a:t>
            </a:r>
            <a:r>
              <a:rPr lang="en-US" dirty="0"/>
              <a:t>you add items to cart, different servers </a:t>
            </a:r>
            <a:endParaRPr lang="en-US" dirty="0" smtClean="0"/>
          </a:p>
          <a:p>
            <a:pPr algn="just"/>
            <a:r>
              <a:rPr lang="en-US" dirty="0"/>
              <a:t> </a:t>
            </a:r>
            <a:r>
              <a:rPr lang="en-US" dirty="0" smtClean="0"/>
              <a:t>      may </a:t>
            </a:r>
            <a:r>
              <a:rPr lang="en-US" dirty="0"/>
              <a:t>not synchronize immediately</a:t>
            </a:r>
            <a:r>
              <a:rPr lang="en-US" dirty="0" smtClean="0"/>
              <a:t>.</a:t>
            </a:r>
          </a:p>
          <a:p>
            <a:pPr algn="just"/>
            <a:r>
              <a:rPr lang="en-US" dirty="0" smtClean="0"/>
              <a:t>       Relaxed </a:t>
            </a:r>
            <a:r>
              <a:rPr lang="en-US" dirty="0"/>
              <a:t>consistency ensures that you can still </a:t>
            </a:r>
            <a:endParaRPr lang="en-US" dirty="0" smtClean="0"/>
          </a:p>
          <a:p>
            <a:pPr algn="just"/>
            <a:r>
              <a:rPr lang="en-US" dirty="0"/>
              <a:t> </a:t>
            </a:r>
            <a:r>
              <a:rPr lang="en-US" dirty="0" smtClean="0"/>
              <a:t>      add/view </a:t>
            </a:r>
            <a:r>
              <a:rPr lang="en-US" dirty="0"/>
              <a:t>items smoothly, even if updates </a:t>
            </a:r>
            <a:endParaRPr lang="en-US" dirty="0" smtClean="0"/>
          </a:p>
          <a:p>
            <a:pPr algn="just"/>
            <a:r>
              <a:rPr lang="en-US" dirty="0"/>
              <a:t> </a:t>
            </a:r>
            <a:r>
              <a:rPr lang="en-US" dirty="0" smtClean="0"/>
              <a:t>      take </a:t>
            </a:r>
            <a:r>
              <a:rPr lang="en-US" dirty="0"/>
              <a:t>a second or two to sync across regions</a:t>
            </a:r>
            <a:r>
              <a:rPr lang="en-US" dirty="0" smtClean="0"/>
              <a:t>.</a:t>
            </a:r>
          </a:p>
          <a:p>
            <a:pPr marL="342900" indent="-342900" algn="just">
              <a:buFont typeface="Wingdings" panose="05000000000000000000" pitchFamily="2" charset="2"/>
              <a:buChar char="§"/>
            </a:pPr>
            <a:r>
              <a:rPr lang="en-IN" dirty="0"/>
              <a:t>Social Media Likes (Facebook/Instagram</a:t>
            </a:r>
            <a:r>
              <a:rPr lang="en-IN" dirty="0" smtClean="0"/>
              <a:t>):</a:t>
            </a:r>
          </a:p>
          <a:p>
            <a:pPr algn="just"/>
            <a:r>
              <a:rPr lang="en-US" dirty="0"/>
              <a:t> </a:t>
            </a:r>
            <a:r>
              <a:rPr lang="en-US" dirty="0" smtClean="0"/>
              <a:t>      You </a:t>
            </a:r>
            <a:r>
              <a:rPr lang="en-US" dirty="0"/>
              <a:t>may like a post, but your friend doesn’t </a:t>
            </a:r>
            <a:endParaRPr lang="en-US" dirty="0" smtClean="0"/>
          </a:p>
          <a:p>
            <a:pPr algn="just"/>
            <a:r>
              <a:rPr lang="en-US" dirty="0"/>
              <a:t> </a:t>
            </a:r>
            <a:r>
              <a:rPr lang="en-US" dirty="0" smtClean="0"/>
              <a:t>      see </a:t>
            </a:r>
            <a:r>
              <a:rPr lang="en-US" dirty="0"/>
              <a:t>your like instantly due to relaxed </a:t>
            </a:r>
            <a:endParaRPr lang="en-US" dirty="0" smtClean="0"/>
          </a:p>
          <a:p>
            <a:pPr algn="just"/>
            <a:r>
              <a:rPr lang="en-US" dirty="0"/>
              <a:t> </a:t>
            </a:r>
            <a:r>
              <a:rPr lang="en-US" dirty="0" smtClean="0"/>
              <a:t>      consistency</a:t>
            </a:r>
            <a:r>
              <a:rPr lang="en-US" dirty="0"/>
              <a:t>.</a:t>
            </a:r>
            <a:endParaRPr lang="en-IN"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Consistency Models</a:t>
            </a:r>
            <a:endParaRPr lang="en-IN" sz="28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066800"/>
            <a:ext cx="3581400" cy="5181600"/>
          </a:xfrm>
          <a:prstGeom prst="rect">
            <a:avLst/>
          </a:prstGeom>
        </p:spPr>
      </p:pic>
    </p:spTree>
    <p:extLst>
      <p:ext uri="{BB962C8B-B14F-4D97-AF65-F5344CB8AC3E}">
        <p14:creationId xmlns:p14="http://schemas.microsoft.com/office/powerpoint/2010/main" val="41642767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016758"/>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dirty="0"/>
              <a:t>A quorum is a minimum number of votes or acknowledgments required from nodes in a distributed system to consider a read or write operation valid and successful. This mechanism helps ensure consistency and availability in the face of network partitions or node failures. </a:t>
            </a:r>
          </a:p>
          <a:p>
            <a:pPr marL="342900" indent="-342900" algn="just">
              <a:buFont typeface="Wingdings" panose="05000000000000000000" pitchFamily="2" charset="2"/>
              <a:buChar char="§"/>
            </a:pPr>
            <a:r>
              <a:rPr lang="en-US" altLang="en-US" sz="2000" dirty="0" smtClean="0"/>
              <a:t>There </a:t>
            </a:r>
            <a:r>
              <a:rPr lang="en-US" altLang="en-US" sz="2000" dirty="0"/>
              <a:t>are typically two types of quorums used in distributed systems: </a:t>
            </a:r>
          </a:p>
          <a:p>
            <a:pPr marL="342900" indent="-342900" algn="just">
              <a:buFont typeface="Wingdings" panose="05000000000000000000" pitchFamily="2" charset="2"/>
              <a:buChar char="§"/>
            </a:pPr>
            <a:r>
              <a:rPr lang="en-US" altLang="en-US" sz="2000" dirty="0">
                <a:solidFill>
                  <a:schemeClr val="accent2"/>
                </a:solidFill>
              </a:rPr>
              <a:t>Write Quorum (W): </a:t>
            </a:r>
            <a:r>
              <a:rPr lang="en-US" altLang="en-US" sz="2000" dirty="0"/>
              <a:t>The minimum number of replicas that must acknowledge a write operation before it is considered successful. This ensures that the data is sufficiently replicated across the system to maintain consistency. </a:t>
            </a:r>
          </a:p>
          <a:p>
            <a:pPr marL="342900" indent="-342900" algn="just">
              <a:buFont typeface="Wingdings" panose="05000000000000000000" pitchFamily="2" charset="2"/>
              <a:buChar char="§"/>
            </a:pPr>
            <a:r>
              <a:rPr lang="en-US" altLang="en-US" sz="2000" dirty="0">
                <a:solidFill>
                  <a:schemeClr val="accent2"/>
                </a:solidFill>
              </a:rPr>
              <a:t>Read Quorum (R): </a:t>
            </a:r>
            <a:r>
              <a:rPr lang="en-US" altLang="en-US" sz="2000" dirty="0"/>
              <a:t>The minimum number of replicas that must be accessed for a read operation to return a valid result. This ensures that the read operation reflects the most recent write, maintaining consistency from the user’s perspective. </a:t>
            </a:r>
            <a:endParaRPr lang="en-US" altLang="en-US" sz="2000" dirty="0" smtClean="0"/>
          </a:p>
          <a:p>
            <a:pPr marL="342900" indent="-342900" algn="just">
              <a:buFont typeface="Wingdings" panose="05000000000000000000" pitchFamily="2" charset="2"/>
              <a:buChar char="§"/>
            </a:pPr>
            <a:r>
              <a:rPr lang="en-US" sz="2000" dirty="0" smtClean="0"/>
              <a:t>The</a:t>
            </a:r>
            <a:r>
              <a:rPr lang="en-US" altLang="en-US" sz="2000" dirty="0" smtClean="0"/>
              <a:t> </a:t>
            </a:r>
            <a:r>
              <a:rPr lang="en-US" altLang="en-US" sz="2000" dirty="0"/>
              <a:t>relationship between the number of nodes you need to contact for a read (R), those confirming a write (W), and the replication factor (N) can be captured in an inequality: </a:t>
            </a:r>
            <a:r>
              <a:rPr lang="en-US" altLang="en-US" sz="2000" dirty="0">
                <a:solidFill>
                  <a:schemeClr val="accent2"/>
                </a:solidFill>
              </a:rPr>
              <a:t>W&gt;N/2 </a:t>
            </a:r>
            <a:r>
              <a:rPr lang="en-US" altLang="en-US" sz="2000" dirty="0" smtClean="0">
                <a:solidFill>
                  <a:schemeClr val="accent2"/>
                </a:solidFill>
              </a:rPr>
              <a:t>, R+W&gt;N</a:t>
            </a:r>
            <a:endParaRPr lang="en-IN" altLang="en-US" sz="2000" dirty="0">
              <a:solidFill>
                <a:schemeClr val="accent2"/>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Quorums</a:t>
            </a:r>
            <a:endParaRPr lang="en-IN" sz="2800" dirty="0"/>
          </a:p>
        </p:txBody>
      </p:sp>
    </p:spTree>
    <p:extLst>
      <p:ext uri="{BB962C8B-B14F-4D97-AF65-F5344CB8AC3E}">
        <p14:creationId xmlns:p14="http://schemas.microsoft.com/office/powerpoint/2010/main" val="30071054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1200329"/>
          </a:xfrm>
          <a:prstGeom prst="rect">
            <a:avLst/>
          </a:prstGeom>
          <a:noFill/>
        </p:spPr>
        <p:txBody>
          <a:bodyPr wrap="square" rtlCol="0">
            <a:spAutoFit/>
          </a:bodyPr>
          <a:lstStyle/>
          <a:p>
            <a:pPr marL="342900" indent="-342900" algn="just">
              <a:buFont typeface="Wingdings" panose="05000000000000000000" pitchFamily="2" charset="2"/>
              <a:buChar char="§"/>
            </a:pPr>
            <a:r>
              <a:rPr lang="en-IN" sz="2400" dirty="0" smtClean="0"/>
              <a:t>Business Transactions (application-level)</a:t>
            </a:r>
          </a:p>
          <a:p>
            <a:pPr marL="342900" indent="-342900" algn="just">
              <a:buFont typeface="Wingdings" panose="05000000000000000000" pitchFamily="2" charset="2"/>
              <a:buChar char="§"/>
            </a:pPr>
            <a:r>
              <a:rPr lang="en-US" sz="2400" dirty="0" smtClean="0"/>
              <a:t>System Transactions (database/system-level)</a:t>
            </a:r>
          </a:p>
          <a:p>
            <a:pPr marL="342900" indent="-342900" algn="just">
              <a:buFont typeface="Wingdings" panose="05000000000000000000" pitchFamily="2" charset="2"/>
              <a:buChar char="§"/>
            </a:pPr>
            <a:r>
              <a:rPr lang="en-US" sz="2400" dirty="0" smtClean="0"/>
              <a:t>How transactions interact with consistency</a:t>
            </a:r>
            <a:endParaRPr lang="en-IN" sz="24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Transactions in Distributed Systems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1495" y="2895600"/>
            <a:ext cx="2197009" cy="1971675"/>
          </a:xfrm>
          <a:prstGeom prst="rect">
            <a:avLst/>
          </a:prstGeom>
        </p:spPr>
      </p:pic>
    </p:spTree>
    <p:extLst>
      <p:ext uri="{BB962C8B-B14F-4D97-AF65-F5344CB8AC3E}">
        <p14:creationId xmlns:p14="http://schemas.microsoft.com/office/powerpoint/2010/main" val="41736252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4401205"/>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dirty="0" smtClean="0">
                <a:solidFill>
                  <a:schemeClr val="accent2"/>
                </a:solidFill>
              </a:rPr>
              <a:t>Business </a:t>
            </a:r>
            <a:r>
              <a:rPr lang="en-US" altLang="en-US" sz="2000" dirty="0">
                <a:solidFill>
                  <a:schemeClr val="accent2"/>
                </a:solidFill>
              </a:rPr>
              <a:t>transactions </a:t>
            </a:r>
            <a:r>
              <a:rPr lang="en-US" altLang="en-US" sz="2000" dirty="0"/>
              <a:t>refer to meaningful activities or interactions that occur in the context of a business operation. These transactions typically involve the exchange of goods, services, or information and have a direct impact on the organization's financials or operational processes. </a:t>
            </a:r>
            <a:endParaRPr lang="en-US" altLang="en-US" sz="2000" dirty="0" smtClean="0"/>
          </a:p>
          <a:p>
            <a:pPr marL="342900" indent="-342900" algn="just">
              <a:buFont typeface="Wingdings" panose="05000000000000000000" pitchFamily="2" charset="2"/>
              <a:buChar char="§"/>
            </a:pPr>
            <a:r>
              <a:rPr lang="en-US" altLang="en-US" sz="2000" dirty="0"/>
              <a:t>Examples include sales transactions, purchase orders, inventory management, and customer interactions. </a:t>
            </a:r>
            <a:endParaRPr lang="en-US" altLang="en-US" sz="2000" dirty="0" smtClean="0"/>
          </a:p>
          <a:p>
            <a:pPr marL="342900" indent="-342900" algn="just">
              <a:buFont typeface="Wingdings" panose="05000000000000000000" pitchFamily="2" charset="2"/>
              <a:buChar char="§"/>
            </a:pPr>
            <a:r>
              <a:rPr lang="en-US" altLang="en-US" sz="2000" dirty="0" smtClean="0">
                <a:solidFill>
                  <a:schemeClr val="accent2"/>
                </a:solidFill>
              </a:rPr>
              <a:t>System transactions</a:t>
            </a:r>
            <a:r>
              <a:rPr lang="en-US" altLang="en-US" sz="2000" dirty="0"/>
              <a:t>, on the other hand, refer to the operations performed by a database management system (DBMS) to ensure the integrity and consistency of data during business transactions. </a:t>
            </a:r>
            <a:endParaRPr lang="en-US" altLang="en-US" sz="2000" dirty="0" smtClean="0"/>
          </a:p>
          <a:p>
            <a:pPr marL="342900" indent="-342900" algn="just">
              <a:buFont typeface="Wingdings" panose="05000000000000000000" pitchFamily="2" charset="2"/>
              <a:buChar char="§"/>
            </a:pPr>
            <a:r>
              <a:rPr lang="en-US" altLang="en-US" sz="2000" dirty="0" smtClean="0"/>
              <a:t>These </a:t>
            </a:r>
            <a:r>
              <a:rPr lang="en-US" altLang="en-US" sz="2000" dirty="0"/>
              <a:t>transactions are fundamental to the functioning of the database and follow the ACID (Atomicity, Consistency, Isolation, Durability) properties to guarantee reliable processing.</a:t>
            </a:r>
            <a:endParaRPr lang="en-IN" altLang="en-US" sz="2000" dirty="0"/>
          </a:p>
          <a:p>
            <a:pPr marL="342900" indent="-342900" algn="just">
              <a:buFont typeface="Wingdings" panose="05000000000000000000" pitchFamily="2" charset="2"/>
              <a:buChar char="§"/>
            </a:pPr>
            <a:endParaRPr lang="en-US" altLang="en-US" sz="2000" dirty="0" smtClean="0"/>
          </a:p>
          <a:p>
            <a:pPr marL="342900" indent="-342900" algn="just">
              <a:buFont typeface="Wingdings" panose="05000000000000000000" pitchFamily="2" charset="2"/>
              <a:buChar char="§"/>
            </a:pPr>
            <a:endParaRPr lang="en-IN" altLang="en-US" sz="2000" dirty="0">
              <a:solidFill>
                <a:schemeClr val="accent2"/>
              </a:solidFill>
            </a:endParaRPr>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IN" altLang="en-US" sz="2800" dirty="0">
                <a:solidFill>
                  <a:srgbClr val="FF0000"/>
                </a:solidFill>
              </a:rPr>
              <a:t>Business and System Transactions</a:t>
            </a:r>
            <a:endParaRPr lang="en-IN" sz="2800" dirty="0"/>
          </a:p>
        </p:txBody>
      </p:sp>
    </p:spTree>
    <p:extLst>
      <p:ext uri="{BB962C8B-B14F-4D97-AF65-F5344CB8AC3E}">
        <p14:creationId xmlns:p14="http://schemas.microsoft.com/office/powerpoint/2010/main" val="41055580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1200329"/>
          </a:xfrm>
          <a:prstGeom prst="rect">
            <a:avLst/>
          </a:prstGeom>
          <a:noFill/>
        </p:spPr>
        <p:txBody>
          <a:bodyPr wrap="square" rtlCol="0">
            <a:spAutoFit/>
          </a:bodyPr>
          <a:lstStyle/>
          <a:p>
            <a:pPr marL="342900" indent="-342900" algn="just">
              <a:buFont typeface="Wingdings" panose="05000000000000000000" pitchFamily="2" charset="2"/>
              <a:buChar char="§"/>
            </a:pPr>
            <a:r>
              <a:rPr lang="en-IN" sz="2400" dirty="0" smtClean="0"/>
              <a:t>Purpose of versioning</a:t>
            </a:r>
          </a:p>
          <a:p>
            <a:pPr marL="342900" indent="-342900" algn="just">
              <a:buFont typeface="Wingdings" panose="05000000000000000000" pitchFamily="2" charset="2"/>
              <a:buChar char="§"/>
            </a:pPr>
            <a:r>
              <a:rPr lang="en-US" sz="2400" dirty="0" smtClean="0"/>
              <a:t>Version stamps in multiple nodes</a:t>
            </a:r>
          </a:p>
          <a:p>
            <a:pPr marL="342900" indent="-342900" algn="just">
              <a:buFont typeface="Wingdings" panose="05000000000000000000" pitchFamily="2" charset="2"/>
              <a:buChar char="§"/>
            </a:pPr>
            <a:r>
              <a:rPr lang="en-US" sz="2400" dirty="0" smtClean="0"/>
              <a:t>Conflict resolution</a:t>
            </a:r>
            <a:endParaRPr lang="en-IN" sz="24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Version Stamps</a:t>
            </a:r>
            <a:endParaRPr lang="en-IN" sz="2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1495" y="2895600"/>
            <a:ext cx="2197009" cy="1971675"/>
          </a:xfrm>
          <a:prstGeom prst="rect">
            <a:avLst/>
          </a:prstGeom>
        </p:spPr>
      </p:pic>
    </p:spTree>
    <p:extLst>
      <p:ext uri="{BB962C8B-B14F-4D97-AF65-F5344CB8AC3E}">
        <p14:creationId xmlns:p14="http://schemas.microsoft.com/office/powerpoint/2010/main" val="626955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5632311"/>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dirty="0" smtClean="0"/>
              <a:t>Version </a:t>
            </a:r>
            <a:r>
              <a:rPr lang="en-US" altLang="en-US" sz="2000" dirty="0"/>
              <a:t>stamps on multiple nodes are a crucial mechanism in distributed systems, enabling the tracking and management of data versions across different replicas or nodes. This approach helps maintain consistency, resolve conflicts, and ensure data integrity in environments where concurrent updates may occur. </a:t>
            </a:r>
            <a:endParaRPr lang="en-US" altLang="en-US" sz="2000" dirty="0" smtClean="0"/>
          </a:p>
          <a:p>
            <a:pPr marL="342900" indent="-342900" algn="just">
              <a:buFont typeface="Wingdings" panose="05000000000000000000" pitchFamily="2" charset="2"/>
              <a:buChar char="§"/>
            </a:pPr>
            <a:r>
              <a:rPr lang="en-US" altLang="en-US" sz="2000" dirty="0" smtClean="0"/>
              <a:t>In </a:t>
            </a:r>
            <a:r>
              <a:rPr lang="en-US" altLang="en-US" sz="2000" dirty="0"/>
              <a:t>a distributed system, each node maintains its own version stamp for data items, which can be either </a:t>
            </a:r>
            <a:r>
              <a:rPr lang="en-US" altLang="en-US" sz="2000" dirty="0">
                <a:solidFill>
                  <a:schemeClr val="accent2"/>
                </a:solidFill>
              </a:rPr>
              <a:t>logical timestamps, vector clocks, or physical timestamps. </a:t>
            </a:r>
            <a:endParaRPr lang="en-US" altLang="en-US" sz="2000" dirty="0" smtClean="0">
              <a:solidFill>
                <a:schemeClr val="accent2"/>
              </a:solidFill>
            </a:endParaRPr>
          </a:p>
          <a:p>
            <a:pPr marL="342900" indent="-342900" algn="just">
              <a:buFont typeface="Wingdings" panose="05000000000000000000" pitchFamily="2" charset="2"/>
              <a:buChar char="§"/>
            </a:pPr>
            <a:r>
              <a:rPr lang="en-US" altLang="en-US" sz="2000" dirty="0"/>
              <a:t>When a node performs an update to a data item, it associates the update with its current version stamp. This versioning allows the system to track changes and determine the most recent version of the data across all nodes. </a:t>
            </a:r>
          </a:p>
          <a:p>
            <a:pPr marL="342900" indent="-342900" algn="just">
              <a:buFont typeface="Wingdings" panose="05000000000000000000" pitchFamily="2" charset="2"/>
              <a:buChar char="§"/>
            </a:pPr>
            <a:endParaRPr lang="en-US" altLang="en-US" sz="2000" b="1" dirty="0" smtClean="0">
              <a:solidFill>
                <a:schemeClr val="accent2"/>
              </a:solidFill>
            </a:endParaRPr>
          </a:p>
          <a:p>
            <a:pPr marL="342900" indent="-342900" algn="just">
              <a:buFont typeface="Wingdings" panose="05000000000000000000" pitchFamily="2" charset="2"/>
              <a:buChar char="§"/>
            </a:pPr>
            <a:r>
              <a:rPr lang="en-US" altLang="en-US" sz="2000" b="1" dirty="0" smtClean="0">
                <a:solidFill>
                  <a:schemeClr val="accent2"/>
                </a:solidFill>
              </a:rPr>
              <a:t>Logical </a:t>
            </a:r>
            <a:r>
              <a:rPr lang="en-US" altLang="en-US" sz="2000" b="1" dirty="0">
                <a:solidFill>
                  <a:schemeClr val="accent2"/>
                </a:solidFill>
              </a:rPr>
              <a:t>Timestamps: </a:t>
            </a:r>
            <a:r>
              <a:rPr lang="en-US" altLang="en-US" sz="2000" b="1" dirty="0"/>
              <a:t>Each update is assigned a unique logical timestamp based on the order of operations. If two nodes perform updates concurrently, their timestamps help in determining the sequence of updates</a:t>
            </a:r>
            <a:r>
              <a:rPr lang="en-US" altLang="en-US" sz="1600" b="1" dirty="0"/>
              <a:t>. </a:t>
            </a:r>
          </a:p>
          <a:p>
            <a:pPr marL="342900" indent="-342900" algn="just">
              <a:buFont typeface="Wingdings" panose="05000000000000000000" pitchFamily="2" charset="2"/>
              <a:buChar char="§"/>
            </a:pPr>
            <a:endParaRPr lang="en-US" sz="2000" dirty="0" smtClean="0"/>
          </a:p>
          <a:p>
            <a:pPr marL="342900" indent="-342900" algn="just">
              <a:buFont typeface="Wingdings" panose="05000000000000000000" pitchFamily="2" charset="2"/>
              <a:buChar char="§"/>
            </a:pPr>
            <a:r>
              <a:rPr lang="en-US" sz="2000" dirty="0" smtClean="0"/>
              <a:t>Conflict resolution</a:t>
            </a: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Version Stamps on Multiple Nodes</a:t>
            </a:r>
            <a:endParaRPr lang="en-IN" sz="2800" dirty="0"/>
          </a:p>
        </p:txBody>
      </p:sp>
    </p:spTree>
    <p:extLst>
      <p:ext uri="{BB962C8B-B14F-4D97-AF65-F5344CB8AC3E}">
        <p14:creationId xmlns:p14="http://schemas.microsoft.com/office/powerpoint/2010/main" val="33499464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066800"/>
            <a:ext cx="8763000" cy="2862322"/>
          </a:xfrm>
          <a:prstGeom prst="rect">
            <a:avLst/>
          </a:prstGeom>
          <a:noFill/>
        </p:spPr>
        <p:txBody>
          <a:bodyPr wrap="square" rtlCol="0">
            <a:spAutoFit/>
          </a:bodyPr>
          <a:lstStyle/>
          <a:p>
            <a:pPr marL="342900" indent="-342900" algn="just">
              <a:buFont typeface="Wingdings" panose="05000000000000000000" pitchFamily="2" charset="2"/>
              <a:buChar char="§"/>
            </a:pPr>
            <a:r>
              <a:rPr lang="en-US" altLang="en-US" sz="2000" b="1" dirty="0">
                <a:solidFill>
                  <a:schemeClr val="accent2"/>
                </a:solidFill>
              </a:rPr>
              <a:t>Vector Clocks: </a:t>
            </a:r>
            <a:r>
              <a:rPr lang="en-US" altLang="en-US" sz="2000" b="1" dirty="0"/>
              <a:t>Each node maintains a vector clock that counts the number of updates it has made and tracks updates from other nodes. When a node updates a data item, it increments its own entry in the vector clock and may also compare its vector with others to resolve conflicts</a:t>
            </a:r>
            <a:endParaRPr lang="en-US" sz="2000" dirty="0" smtClean="0"/>
          </a:p>
          <a:p>
            <a:pPr marL="342900" indent="-342900" algn="just">
              <a:buFont typeface="Wingdings" panose="05000000000000000000" pitchFamily="2" charset="2"/>
              <a:buChar char="§"/>
            </a:pPr>
            <a:r>
              <a:rPr lang="en-US" altLang="en-US" sz="2000" b="1" dirty="0" smtClean="0">
                <a:solidFill>
                  <a:schemeClr val="accent2"/>
                </a:solidFill>
              </a:rPr>
              <a:t>Physical </a:t>
            </a:r>
            <a:r>
              <a:rPr lang="en-US" altLang="en-US" sz="2000" b="1" dirty="0">
                <a:solidFill>
                  <a:schemeClr val="accent2"/>
                </a:solidFill>
              </a:rPr>
              <a:t>Timestamps: </a:t>
            </a:r>
            <a:r>
              <a:rPr lang="en-US" altLang="en-US" sz="2000" b="1" dirty="0"/>
              <a:t>In systems using physical timestamps, each update is time-stamped based on real-time. However, this approach can face challenges related to clock synchronization across nodes.</a:t>
            </a:r>
            <a:endParaRPr lang="en-IN" altLang="en-US" sz="2000" b="1" dirty="0"/>
          </a:p>
          <a:p>
            <a:pPr marL="342900" indent="-342900" algn="just">
              <a:buFont typeface="Wingdings" panose="05000000000000000000" pitchFamily="2" charset="2"/>
              <a:buChar char="§"/>
            </a:pPr>
            <a:endParaRPr lang="en-IN" sz="2000" dirty="0" smtClean="0"/>
          </a:p>
        </p:txBody>
      </p:sp>
      <p:sp>
        <p:nvSpPr>
          <p:cNvPr id="3" name="Footer Placeholder 2"/>
          <p:cNvSpPr>
            <a:spLocks noGrp="1"/>
          </p:cNvSpPr>
          <p:nvPr>
            <p:ph type="ftr" sz="quarter" idx="11"/>
          </p:nvPr>
        </p:nvSpPr>
        <p:spPr/>
        <p:txBody>
          <a:bodyPr/>
          <a:lstStyle/>
          <a:p>
            <a:r>
              <a:rPr lang="en-US" dirty="0"/>
              <a:t>CSE3513 NoSQL Data Management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TextBox 4"/>
          <p:cNvSpPr txBox="1"/>
          <p:nvPr/>
        </p:nvSpPr>
        <p:spPr>
          <a:xfrm>
            <a:off x="1730991" y="360370"/>
            <a:ext cx="5889009" cy="523220"/>
          </a:xfrm>
          <a:prstGeom prst="rect">
            <a:avLst/>
          </a:prstGeom>
          <a:noFill/>
        </p:spPr>
        <p:txBody>
          <a:bodyPr wrap="square" rtlCol="0">
            <a:spAutoFit/>
          </a:bodyPr>
          <a:lstStyle/>
          <a:p>
            <a:pPr algn="ctr"/>
            <a:r>
              <a:rPr lang="en-US" sz="2800" dirty="0" smtClean="0"/>
              <a:t>Version Stamps on Multiple Nodes</a:t>
            </a:r>
            <a:endParaRPr lang="en-IN" sz="2800" dirty="0"/>
          </a:p>
        </p:txBody>
      </p:sp>
    </p:spTree>
    <p:extLst>
      <p:ext uri="{BB962C8B-B14F-4D97-AF65-F5344CB8AC3E}">
        <p14:creationId xmlns:p14="http://schemas.microsoft.com/office/powerpoint/2010/main" val="2489883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527AE0-6F2F-32E4-207B-9C1F8ADB1488}"/>
              </a:ext>
            </a:extLst>
          </p:cNvPr>
          <p:cNvSpPr>
            <a:spLocks noGrp="1"/>
          </p:cNvSpPr>
          <p:nvPr>
            <p:ph type="ftr" sz="quarter" idx="11"/>
          </p:nvPr>
        </p:nvSpPr>
        <p:spPr/>
        <p:txBody>
          <a:bodyPr/>
          <a:lstStyle/>
          <a:p>
            <a:r>
              <a:rPr lang="en-US" dirty="0"/>
              <a:t>CSE3513 NoSQL Data Management</a:t>
            </a:r>
          </a:p>
        </p:txBody>
      </p:sp>
      <p:sp>
        <p:nvSpPr>
          <p:cNvPr id="3" name="Slide Number Placeholder 2">
            <a:extLst>
              <a:ext uri="{FF2B5EF4-FFF2-40B4-BE49-F238E27FC236}">
                <a16:creationId xmlns:a16="http://schemas.microsoft.com/office/drawing/2014/main" id="{161F19B3-9682-3246-0A84-8832BD85E680}"/>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4" name="TextBox 3">
            <a:extLst>
              <a:ext uri="{FF2B5EF4-FFF2-40B4-BE49-F238E27FC236}">
                <a16:creationId xmlns:a16="http://schemas.microsoft.com/office/drawing/2014/main" id="{D9577100-8346-62F8-1707-2FF54F04DC2D}"/>
              </a:ext>
            </a:extLst>
          </p:cNvPr>
          <p:cNvSpPr txBox="1"/>
          <p:nvPr/>
        </p:nvSpPr>
        <p:spPr>
          <a:xfrm>
            <a:off x="2057400" y="381000"/>
            <a:ext cx="4724400" cy="523220"/>
          </a:xfrm>
          <a:prstGeom prst="rect">
            <a:avLst/>
          </a:prstGeom>
          <a:noFill/>
        </p:spPr>
        <p:txBody>
          <a:bodyPr wrap="square" rtlCol="0">
            <a:spAutoFit/>
          </a:bodyPr>
          <a:lstStyle/>
          <a:p>
            <a:pPr algn="ctr"/>
            <a:r>
              <a:rPr lang="en-IN" sz="2800" b="1" dirty="0"/>
              <a:t>Question Bank </a:t>
            </a:r>
          </a:p>
        </p:txBody>
      </p:sp>
      <p:graphicFrame>
        <p:nvGraphicFramePr>
          <p:cNvPr id="5" name="Table 4">
            <a:extLst>
              <a:ext uri="{FF2B5EF4-FFF2-40B4-BE49-F238E27FC236}">
                <a16:creationId xmlns:a16="http://schemas.microsoft.com/office/drawing/2014/main" id="{90778481-5696-75EE-1D33-5961EA7A9385}"/>
              </a:ext>
            </a:extLst>
          </p:cNvPr>
          <p:cNvGraphicFramePr>
            <a:graphicFrameLocks noGrp="1"/>
          </p:cNvGraphicFramePr>
          <p:nvPr>
            <p:extLst>
              <p:ext uri="{D42A27DB-BD31-4B8C-83A1-F6EECF244321}">
                <p14:modId xmlns:p14="http://schemas.microsoft.com/office/powerpoint/2010/main" val="4178669442"/>
              </p:ext>
            </p:extLst>
          </p:nvPr>
        </p:nvGraphicFramePr>
        <p:xfrm>
          <a:off x="1143000" y="1514212"/>
          <a:ext cx="7010401" cy="3844371"/>
        </p:xfrm>
        <a:graphic>
          <a:graphicData uri="http://schemas.openxmlformats.org/drawingml/2006/table">
            <a:tbl>
              <a:tblPr firstRow="1" firstCol="1" bandRow="1">
                <a:tableStyleId>{5C22544A-7EE6-4342-B048-85BDC9FD1C3A}</a:tableStyleId>
              </a:tblPr>
              <a:tblGrid>
                <a:gridCol w="914400">
                  <a:extLst>
                    <a:ext uri="{9D8B030D-6E8A-4147-A177-3AD203B41FA5}">
                      <a16:colId xmlns:a16="http://schemas.microsoft.com/office/drawing/2014/main" val="4247273208"/>
                    </a:ext>
                  </a:extLst>
                </a:gridCol>
                <a:gridCol w="5382297">
                  <a:extLst>
                    <a:ext uri="{9D8B030D-6E8A-4147-A177-3AD203B41FA5}">
                      <a16:colId xmlns:a16="http://schemas.microsoft.com/office/drawing/2014/main" val="321597095"/>
                    </a:ext>
                  </a:extLst>
                </a:gridCol>
                <a:gridCol w="713704">
                  <a:extLst>
                    <a:ext uri="{9D8B030D-6E8A-4147-A177-3AD203B41FA5}">
                      <a16:colId xmlns:a16="http://schemas.microsoft.com/office/drawing/2014/main" val="2115380894"/>
                    </a:ext>
                  </a:extLst>
                </a:gridCol>
              </a:tblGrid>
              <a:tr h="324023">
                <a:tc>
                  <a:txBody>
                    <a:bodyPr/>
                    <a:lstStyle/>
                    <a:p>
                      <a:pPr>
                        <a:lnSpc>
                          <a:spcPct val="107000"/>
                        </a:lnSpc>
                        <a:spcAft>
                          <a:spcPts val="800"/>
                        </a:spcAft>
                      </a:pPr>
                      <a:r>
                        <a:rPr lang="en-IN" sz="1800" kern="100">
                          <a:effectLst/>
                        </a:rPr>
                        <a:t>SL.No</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Questions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a:effectLst/>
                        </a:rPr>
                        <a:t>LOs</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3646797"/>
                  </a:ext>
                </a:extLst>
              </a:tr>
              <a:tr h="665193">
                <a:tc>
                  <a:txBody>
                    <a:bodyPr/>
                    <a:lstStyle/>
                    <a:p>
                      <a:pPr algn="ctr">
                        <a:lnSpc>
                          <a:spcPct val="107000"/>
                        </a:lnSpc>
                        <a:spcAft>
                          <a:spcPts val="800"/>
                        </a:spcAft>
                      </a:pPr>
                      <a:r>
                        <a:rPr lang="en-IN" sz="1800" kern="100" dirty="0">
                          <a:effectLst/>
                        </a:rPr>
                        <a:t>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Define NoSQL Database and List the different types of NoSQL Database.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8810397"/>
                  </a:ext>
                </a:extLst>
              </a:tr>
              <a:tr h="324023">
                <a:tc>
                  <a:txBody>
                    <a:bodyPr/>
                    <a:lstStyle/>
                    <a:p>
                      <a:pPr algn="ctr">
                        <a:lnSpc>
                          <a:spcPct val="107000"/>
                        </a:lnSpc>
                        <a:spcAft>
                          <a:spcPts val="800"/>
                        </a:spcAft>
                      </a:pPr>
                      <a:r>
                        <a:rPr lang="en-IN" sz="1800" kern="100">
                          <a:effectLst/>
                        </a:rPr>
                        <a:t>2</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Key-Value pair Database.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67994774"/>
                  </a:ext>
                </a:extLst>
              </a:tr>
              <a:tr h="324023">
                <a:tc>
                  <a:txBody>
                    <a:bodyPr/>
                    <a:lstStyle/>
                    <a:p>
                      <a:pPr algn="ctr">
                        <a:lnSpc>
                          <a:spcPct val="107000"/>
                        </a:lnSpc>
                        <a:spcAft>
                          <a:spcPts val="800"/>
                        </a:spcAft>
                      </a:pPr>
                      <a:r>
                        <a:rPr lang="en-IN" sz="1800" kern="100" dirty="0">
                          <a:effectLst/>
                        </a:rPr>
                        <a:t>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a:t>
                      </a:r>
                      <a:r>
                        <a:rPr lang="en-GB" sz="1800" kern="100" dirty="0">
                          <a:effectLst/>
                        </a:rPr>
                        <a:t>Column-oriented databases.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0877117"/>
                  </a:ext>
                </a:extLst>
              </a:tr>
              <a:tr h="324023">
                <a:tc>
                  <a:txBody>
                    <a:bodyPr/>
                    <a:lstStyle/>
                    <a:p>
                      <a:pPr algn="ctr">
                        <a:lnSpc>
                          <a:spcPct val="107000"/>
                        </a:lnSpc>
                        <a:spcAft>
                          <a:spcPts val="800"/>
                        </a:spcAft>
                      </a:pPr>
                      <a:r>
                        <a:rPr lang="en-IN" sz="1800" kern="100" dirty="0">
                          <a:effectLst/>
                        </a:rPr>
                        <a:t>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a:t>
                      </a:r>
                      <a:r>
                        <a:rPr lang="en-US" sz="1800" kern="100" dirty="0">
                          <a:effectLst/>
                        </a:rPr>
                        <a:t>Document-Oriented database.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7398213"/>
                  </a:ext>
                </a:extLst>
              </a:tr>
              <a:tr h="324023">
                <a:tc>
                  <a:txBody>
                    <a:bodyPr/>
                    <a:lstStyle/>
                    <a:p>
                      <a:pPr algn="ctr">
                        <a:lnSpc>
                          <a:spcPct val="107000"/>
                        </a:lnSpc>
                        <a:spcAft>
                          <a:spcPts val="800"/>
                        </a:spcAft>
                      </a:pPr>
                      <a:r>
                        <a:rPr lang="en-IN" sz="1800" kern="100" dirty="0">
                          <a:effectLst/>
                        </a:rPr>
                        <a:t>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Graph Based Database.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LO1</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03951034"/>
                  </a:ext>
                </a:extLst>
              </a:tr>
              <a:tr h="324023">
                <a:tc>
                  <a:txBody>
                    <a:bodyPr/>
                    <a:lstStyle/>
                    <a:p>
                      <a:pPr algn="ctr">
                        <a:lnSpc>
                          <a:spcPct val="107000"/>
                        </a:lnSpc>
                        <a:spcAft>
                          <a:spcPts val="800"/>
                        </a:spcAft>
                      </a:pPr>
                      <a:r>
                        <a:rPr lang="en-IN" sz="1800" kern="100" dirty="0">
                          <a:effectLst/>
                        </a:rPr>
                        <a:t>6</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Concurrency and integration with an example.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LO3</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2948805"/>
                  </a:ext>
                </a:extLst>
              </a:tr>
              <a:tr h="324023">
                <a:tc>
                  <a:txBody>
                    <a:bodyPr/>
                    <a:lstStyle/>
                    <a:p>
                      <a:pPr algn="ctr">
                        <a:lnSpc>
                          <a:spcPct val="107000"/>
                        </a:lnSpc>
                        <a:spcAft>
                          <a:spcPts val="800"/>
                        </a:spcAft>
                      </a:pPr>
                      <a:r>
                        <a:rPr lang="en-IN" sz="1800" kern="100" dirty="0">
                          <a:effectLst/>
                        </a:rPr>
                        <a:t>7</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Explain ACID Properties with an example.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LO2</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1300929"/>
                  </a:ext>
                </a:extLst>
              </a:tr>
              <a:tr h="324023">
                <a:tc>
                  <a:txBody>
                    <a:bodyPr/>
                    <a:lstStyle/>
                    <a:p>
                      <a:pPr algn="ctr">
                        <a:lnSpc>
                          <a:spcPct val="107000"/>
                        </a:lnSpc>
                        <a:spcAft>
                          <a:spcPts val="800"/>
                        </a:spcAft>
                      </a:pPr>
                      <a:r>
                        <a:rPr lang="en-IN" sz="1800" kern="100" dirty="0">
                          <a:effectLst/>
                        </a:rPr>
                        <a:t>8</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Describe the history of NoSQL.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18693914"/>
                  </a:ext>
                </a:extLst>
              </a:tr>
              <a:tr h="324023">
                <a:tc>
                  <a:txBody>
                    <a:bodyPr/>
                    <a:lstStyle/>
                    <a:p>
                      <a:pPr algn="ctr">
                        <a:lnSpc>
                          <a:spcPct val="107000"/>
                        </a:lnSpc>
                        <a:spcAft>
                          <a:spcPts val="800"/>
                        </a:spcAft>
                      </a:pPr>
                      <a:r>
                        <a:rPr lang="en-IN" sz="1800" kern="100" dirty="0">
                          <a:effectLst/>
                        </a:rPr>
                        <a:t>9</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800" kern="100" dirty="0">
                          <a:effectLst/>
                        </a:rPr>
                        <a:t>List the feature of NoSQL.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IN" sz="1800" kern="100" dirty="0">
                          <a:effectLst/>
                        </a:rPr>
                        <a:t>LO4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4778714"/>
                  </a:ext>
                </a:extLst>
              </a:tr>
            </a:tbl>
          </a:graphicData>
        </a:graphic>
      </p:graphicFrame>
    </p:spTree>
    <p:extLst>
      <p:ext uri="{BB962C8B-B14F-4D97-AF65-F5344CB8AC3E}">
        <p14:creationId xmlns:p14="http://schemas.microsoft.com/office/powerpoint/2010/main" val="352167131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pic>
        <p:nvPicPr>
          <p:cNvPr id="17410" name="Picture 2" descr="Clustering of graphs and search of assemblages"/>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17778"/>
          <a:stretch/>
        </p:blipFill>
        <p:spPr bwMode="auto">
          <a:xfrm>
            <a:off x="-1" y="457200"/>
            <a:ext cx="9134477" cy="5181600"/>
          </a:xfrm>
          <a:prstGeom prst="rect">
            <a:avLst/>
          </a:prstGeom>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6D4F69F-5146-49E3-921C-42C19CDF0728}"/>
              </a:ext>
            </a:extLst>
          </p:cNvPr>
          <p:cNvSpPr>
            <a:spLocks noGrp="1"/>
          </p:cNvSpPr>
          <p:nvPr>
            <p:ph type="ftr" sz="quarter" idx="11"/>
          </p:nvPr>
        </p:nvSpPr>
        <p:spPr/>
        <p:txBody>
          <a:bodyPr/>
          <a:lstStyle/>
          <a:p>
            <a:r>
              <a:rPr lang="en-US" dirty="0"/>
              <a:t>CSE3513 NoSQL Data Management</a:t>
            </a:r>
          </a:p>
        </p:txBody>
      </p:sp>
    </p:spTree>
    <p:extLst>
      <p:ext uri="{BB962C8B-B14F-4D97-AF65-F5344CB8AC3E}">
        <p14:creationId xmlns:p14="http://schemas.microsoft.com/office/powerpoint/2010/main" val="1639119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095C7B49EE1146AAA8C8462146272B" ma:contentTypeVersion="13" ma:contentTypeDescription="Create a new document." ma:contentTypeScope="" ma:versionID="8fbffbc479621829441d6d4dd2e82675">
  <xsd:schema xmlns:xsd="http://www.w3.org/2001/XMLSchema" xmlns:xs="http://www.w3.org/2001/XMLSchema" xmlns:p="http://schemas.microsoft.com/office/2006/metadata/properties" xmlns:ns2="d256e026-6fec-4aae-99b6-8461207f8c96" xmlns:ns3="34af669e-4748-4732-b330-41524f39faf0" targetNamespace="http://schemas.microsoft.com/office/2006/metadata/properties" ma:root="true" ma:fieldsID="af9eab97b86410be42d0a81c39848e2f" ns2:_="" ns3:_="">
    <xsd:import namespace="d256e026-6fec-4aae-99b6-8461207f8c96"/>
    <xsd:import namespace="34af669e-4748-4732-b330-41524f39faf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56e026-6fec-4aae-99b6-8461207f8c9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e15fc21-9b6e-469d-a2ab-87c63061b4a9}" ma:internalName="TaxCatchAll" ma:showField="CatchAllData" ma:web="d256e026-6fec-4aae-99b6-8461207f8c9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af669e-4748-4732-b330-41524f39faf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4af669e-4748-4732-b330-41524f39faf0">
      <Terms xmlns="http://schemas.microsoft.com/office/infopath/2007/PartnerControls"/>
    </lcf76f155ced4ddcb4097134ff3c332f>
    <TaxCatchAll xmlns="d256e026-6fec-4aae-99b6-8461207f8c9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D5350E-A17E-4EA1-870B-737693FEC1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56e026-6fec-4aae-99b6-8461207f8c96"/>
    <ds:schemaRef ds:uri="34af669e-4748-4732-b330-41524f39f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5DFE7C8-44AE-4CA0-BC1C-D7A115A2224E}">
  <ds:schemaRefs>
    <ds:schemaRef ds:uri="http://schemas.microsoft.com/office/2006/metadata/properties"/>
    <ds:schemaRef ds:uri="d256e026-6fec-4aae-99b6-8461207f8c96"/>
    <ds:schemaRef ds:uri="http://purl.org/dc/terms/"/>
    <ds:schemaRef ds:uri="http://purl.org/dc/elements/1.1/"/>
    <ds:schemaRef ds:uri="http://www.w3.org/XML/1998/namespace"/>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34af669e-4748-4732-b330-41524f39faf0"/>
  </ds:schemaRefs>
</ds:datastoreItem>
</file>

<file path=customXml/itemProps3.xml><?xml version="1.0" encoding="utf-8"?>
<ds:datastoreItem xmlns:ds="http://schemas.openxmlformats.org/officeDocument/2006/customXml" ds:itemID="{C0FDA373-D5CF-4F0F-A826-9892AA050C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13238</TotalTime>
  <Words>2566</Words>
  <Application>Microsoft Office PowerPoint</Application>
  <PresentationFormat>On-screen Show (4:3)</PresentationFormat>
  <Paragraphs>324</Paragraphs>
  <Slides>31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Arial</vt:lpstr>
      <vt:lpstr>Bookman Old Style</vt:lpstr>
      <vt:lpstr>Calibri</vt:lpstr>
      <vt:lpstr>Cambria</vt:lpstr>
      <vt:lpstr>Courier New</vt:lpstr>
      <vt:lpstr>Times New Roman</vt:lpstr>
      <vt:lpstr>Wingdings</vt:lpstr>
      <vt:lpstr>Thiru_Regular</vt:lpstr>
      <vt:lpstr>PowerPoint Presentation</vt:lpstr>
      <vt:lpstr>Module 2 : Distributed Data Systems and Consistency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Thiruselvan Subramanian</dc:creator>
  <cp:lastModifiedBy>HP</cp:lastModifiedBy>
  <cp:revision>457</cp:revision>
  <dcterms:created xsi:type="dcterms:W3CDTF">2006-08-16T00:00:00Z</dcterms:created>
  <dcterms:modified xsi:type="dcterms:W3CDTF">2025-09-22T11:04:38Z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0x010100E5095C7B49EE1146AAA8C8462146272B</vt:lpwstr>
  </property>
</Properties>
</file>