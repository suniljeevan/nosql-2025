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4"/>
  </p:sldMasterIdLst>
  <p:notesMasterIdLst>
    <p:notesMasterId r:id="rId59"/>
  </p:notesMasterIdLst>
  <p:handoutMasterIdLst>
    <p:handoutMasterId r:id="rId60"/>
  </p:handoutMasterIdLst>
  <p:sldIdLst>
    <p:sldId id="256" r:id="rId5"/>
    <p:sldId id="434" r:id="rId6"/>
    <p:sldId id="436" r:id="rId7"/>
    <p:sldId id="439" r:id="rId8"/>
    <p:sldId id="684" r:id="rId9"/>
    <p:sldId id="538" r:id="rId10"/>
    <p:sldId id="584" r:id="rId11"/>
    <p:sldId id="687" r:id="rId12"/>
    <p:sldId id="689" r:id="rId13"/>
    <p:sldId id="691" r:id="rId14"/>
    <p:sldId id="693" r:id="rId15"/>
    <p:sldId id="695" r:id="rId16"/>
    <p:sldId id="697" r:id="rId17"/>
    <p:sldId id="699" r:id="rId18"/>
    <p:sldId id="701" r:id="rId19"/>
    <p:sldId id="703" r:id="rId20"/>
    <p:sldId id="705" r:id="rId21"/>
    <p:sldId id="707" r:id="rId22"/>
    <p:sldId id="709" r:id="rId23"/>
    <p:sldId id="711" r:id="rId24"/>
    <p:sldId id="712" r:id="rId25"/>
    <p:sldId id="713" r:id="rId26"/>
    <p:sldId id="714" r:id="rId27"/>
    <p:sldId id="715" r:id="rId28"/>
    <p:sldId id="593" r:id="rId29"/>
    <p:sldId id="594" r:id="rId30"/>
    <p:sldId id="717" r:id="rId31"/>
    <p:sldId id="719" r:id="rId32"/>
    <p:sldId id="595" r:id="rId33"/>
    <p:sldId id="721" r:id="rId34"/>
    <p:sldId id="723" r:id="rId35"/>
    <p:sldId id="725" r:id="rId36"/>
    <p:sldId id="726" r:id="rId37"/>
    <p:sldId id="727" r:id="rId38"/>
    <p:sldId id="729" r:id="rId39"/>
    <p:sldId id="730" r:id="rId40"/>
    <p:sldId id="731" r:id="rId41"/>
    <p:sldId id="733" r:id="rId42"/>
    <p:sldId id="735" r:id="rId43"/>
    <p:sldId id="561" r:id="rId44"/>
    <p:sldId id="736" r:id="rId45"/>
    <p:sldId id="737" r:id="rId46"/>
    <p:sldId id="599" r:id="rId47"/>
    <p:sldId id="739" r:id="rId48"/>
    <p:sldId id="740" r:id="rId49"/>
    <p:sldId id="741" r:id="rId50"/>
    <p:sldId id="742" r:id="rId51"/>
    <p:sldId id="610" r:id="rId52"/>
    <p:sldId id="743" r:id="rId53"/>
    <p:sldId id="744" r:id="rId54"/>
    <p:sldId id="614" r:id="rId55"/>
    <p:sldId id="746" r:id="rId56"/>
    <p:sldId id="747" r:id="rId57"/>
    <p:sldId id="300" r:id="rId5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528" autoAdjust="0"/>
    <p:restoredTop sz="94660"/>
  </p:normalViewPr>
  <p:slideViewPr>
    <p:cSldViewPr>
      <p:cViewPr varScale="1">
        <p:scale>
          <a:sx n="80" d="100"/>
          <a:sy n="80" d="100"/>
        </p:scale>
        <p:origin x="144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123"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presProps" Target="pres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Deepak S Sakkari Assistant Professor( CSE)" userId="6d73bcb8-5d92-40b8-9132-40f6303b79fc" providerId="ADAL" clId="{6A6CE88C-C1CC-4F3A-B486-05240001B6BF}"/>
    <pc:docChg chg="undo custSel delSld modSld modMainMaster">
      <pc:chgData name="Dr. Deepak S Sakkari Assistant Professor( CSE)" userId="6d73bcb8-5d92-40b8-9132-40f6303b79fc" providerId="ADAL" clId="{6A6CE88C-C1CC-4F3A-B486-05240001B6BF}" dt="2020-08-16T18:15:17.333" v="987" actId="1038"/>
      <pc:docMkLst>
        <pc:docMk/>
      </pc:docMkLst>
      <pc:sldChg chg="modSp">
        <pc:chgData name="Dr. Deepak S Sakkari Assistant Professor( CSE)" userId="6d73bcb8-5d92-40b8-9132-40f6303b79fc" providerId="ADAL" clId="{6A6CE88C-C1CC-4F3A-B486-05240001B6BF}" dt="2020-08-16T17:23:01.850" v="61" actId="404"/>
        <pc:sldMkLst>
          <pc:docMk/>
          <pc:sldMk cId="644196155" sldId="257"/>
        </pc:sldMkLst>
        <pc:spChg chg="mod">
          <ac:chgData name="Dr. Deepak S Sakkari Assistant Professor( CSE)" userId="6d73bcb8-5d92-40b8-9132-40f6303b79fc" providerId="ADAL" clId="{6A6CE88C-C1CC-4F3A-B486-05240001B6BF}" dt="2020-08-16T17:23:01.850" v="61" actId="404"/>
          <ac:spMkLst>
            <pc:docMk/>
            <pc:sldMk cId="644196155" sldId="257"/>
            <ac:spMk id="3" creationId="{00000000-0000-0000-0000-000000000000}"/>
          </ac:spMkLst>
        </pc:spChg>
      </pc:sldChg>
      <pc:sldChg chg="modSp mod">
        <pc:chgData name="Dr. Deepak S Sakkari Assistant Professor( CSE)" userId="6d73bcb8-5d92-40b8-9132-40f6303b79fc" providerId="ADAL" clId="{6A6CE88C-C1CC-4F3A-B486-05240001B6BF}" dt="2020-08-16T17:29:27.503" v="93" actId="948"/>
        <pc:sldMkLst>
          <pc:docMk/>
          <pc:sldMk cId="799294713" sldId="258"/>
        </pc:sldMkLst>
        <pc:spChg chg="mod">
          <ac:chgData name="Dr. Deepak S Sakkari Assistant Professor( CSE)" userId="6d73bcb8-5d92-40b8-9132-40f6303b79fc" providerId="ADAL" clId="{6A6CE88C-C1CC-4F3A-B486-05240001B6BF}" dt="2020-08-16T17:29:27.503" v="93" actId="948"/>
          <ac:spMkLst>
            <pc:docMk/>
            <pc:sldMk cId="799294713" sldId="258"/>
            <ac:spMk id="3" creationId="{00000000-0000-0000-0000-000000000000}"/>
          </ac:spMkLst>
        </pc:spChg>
      </pc:sldChg>
      <pc:sldChg chg="modSp del mod">
        <pc:chgData name="Dr. Deepak S Sakkari Assistant Professor( CSE)" userId="6d73bcb8-5d92-40b8-9132-40f6303b79fc" providerId="ADAL" clId="{6A6CE88C-C1CC-4F3A-B486-05240001B6BF}" dt="2020-08-16T17:29:41.157" v="94" actId="2696"/>
        <pc:sldMkLst>
          <pc:docMk/>
          <pc:sldMk cId="2963534272" sldId="259"/>
        </pc:sldMkLst>
        <pc:spChg chg="mod">
          <ac:chgData name="Dr. Deepak S Sakkari Assistant Professor( CSE)" userId="6d73bcb8-5d92-40b8-9132-40f6303b79fc" providerId="ADAL" clId="{6A6CE88C-C1CC-4F3A-B486-05240001B6BF}" dt="2020-08-16T17:28:28.561" v="87" actId="21"/>
          <ac:spMkLst>
            <pc:docMk/>
            <pc:sldMk cId="2963534272" sldId="259"/>
            <ac:spMk id="3" creationId="{00000000-0000-0000-0000-000000000000}"/>
          </ac:spMkLst>
        </pc:spChg>
      </pc:sldChg>
      <pc:sldChg chg="modSp mod">
        <pc:chgData name="Dr. Deepak S Sakkari Assistant Professor( CSE)" userId="6d73bcb8-5d92-40b8-9132-40f6303b79fc" providerId="ADAL" clId="{6A6CE88C-C1CC-4F3A-B486-05240001B6BF}" dt="2020-08-16T17:30:03.381" v="98" actId="20577"/>
        <pc:sldMkLst>
          <pc:docMk/>
          <pc:sldMk cId="3981172752" sldId="260"/>
        </pc:sldMkLst>
        <pc:spChg chg="mod">
          <ac:chgData name="Dr. Deepak S Sakkari Assistant Professor( CSE)" userId="6d73bcb8-5d92-40b8-9132-40f6303b79fc" providerId="ADAL" clId="{6A6CE88C-C1CC-4F3A-B486-05240001B6BF}" dt="2020-08-16T17:30:03.381" v="98" actId="20577"/>
          <ac:spMkLst>
            <pc:docMk/>
            <pc:sldMk cId="3981172752" sldId="260"/>
            <ac:spMk id="3" creationId="{00000000-0000-0000-0000-000000000000}"/>
          </ac:spMkLst>
        </pc:spChg>
      </pc:sldChg>
      <pc:sldChg chg="modSp del">
        <pc:chgData name="Dr. Deepak S Sakkari Assistant Professor( CSE)" userId="6d73bcb8-5d92-40b8-9132-40f6303b79fc" providerId="ADAL" clId="{6A6CE88C-C1CC-4F3A-B486-05240001B6BF}" dt="2020-08-16T17:30:44.627" v="99" actId="2696"/>
        <pc:sldMkLst>
          <pc:docMk/>
          <pc:sldMk cId="3009021097" sldId="261"/>
        </pc:sldMkLst>
        <pc:spChg chg="mod">
          <ac:chgData name="Dr. Deepak S Sakkari Assistant Professor( CSE)" userId="6d73bcb8-5d92-40b8-9132-40f6303b79fc" providerId="ADAL" clId="{6A6CE88C-C1CC-4F3A-B486-05240001B6BF}" dt="2020-08-16T17:24:40.253" v="69" actId="404"/>
          <ac:spMkLst>
            <pc:docMk/>
            <pc:sldMk cId="3009021097" sldId="261"/>
            <ac:spMk id="3" creationId="{00000000-0000-0000-0000-000000000000}"/>
          </ac:spMkLst>
        </pc:spChg>
      </pc:sldChg>
      <pc:sldChg chg="modSp">
        <pc:chgData name="Dr. Deepak S Sakkari Assistant Professor( CSE)" userId="6d73bcb8-5d92-40b8-9132-40f6303b79fc" providerId="ADAL" clId="{6A6CE88C-C1CC-4F3A-B486-05240001B6BF}" dt="2020-08-16T17:24:56.926" v="72" actId="404"/>
        <pc:sldMkLst>
          <pc:docMk/>
          <pc:sldMk cId="1345660431" sldId="262"/>
        </pc:sldMkLst>
        <pc:spChg chg="mod">
          <ac:chgData name="Dr. Deepak S Sakkari Assistant Professor( CSE)" userId="6d73bcb8-5d92-40b8-9132-40f6303b79fc" providerId="ADAL" clId="{6A6CE88C-C1CC-4F3A-B486-05240001B6BF}" dt="2020-08-16T17:24:56.926" v="72" actId="404"/>
          <ac:spMkLst>
            <pc:docMk/>
            <pc:sldMk cId="1345660431" sldId="262"/>
            <ac:spMk id="3" creationId="{00000000-0000-0000-0000-000000000000}"/>
          </ac:spMkLst>
        </pc:spChg>
      </pc:sldChg>
      <pc:sldChg chg="modSp mod">
        <pc:chgData name="Dr. Deepak S Sakkari Assistant Professor( CSE)" userId="6d73bcb8-5d92-40b8-9132-40f6303b79fc" providerId="ADAL" clId="{6A6CE88C-C1CC-4F3A-B486-05240001B6BF}" dt="2020-08-16T17:32:48.352" v="105" actId="20577"/>
        <pc:sldMkLst>
          <pc:docMk/>
          <pc:sldMk cId="2264661524" sldId="263"/>
        </pc:sldMkLst>
        <pc:spChg chg="mod">
          <ac:chgData name="Dr. Deepak S Sakkari Assistant Professor( CSE)" userId="6d73bcb8-5d92-40b8-9132-40f6303b79fc" providerId="ADAL" clId="{6A6CE88C-C1CC-4F3A-B486-05240001B6BF}" dt="2020-08-16T17:32:48.352" v="105" actId="20577"/>
          <ac:spMkLst>
            <pc:docMk/>
            <pc:sldMk cId="2264661524" sldId="263"/>
            <ac:spMk id="3" creationId="{00000000-0000-0000-0000-000000000000}"/>
          </ac:spMkLst>
        </pc:spChg>
      </pc:sldChg>
      <pc:sldChg chg="modSp mod">
        <pc:chgData name="Dr. Deepak S Sakkari Assistant Professor( CSE)" userId="6d73bcb8-5d92-40b8-9132-40f6303b79fc" providerId="ADAL" clId="{6A6CE88C-C1CC-4F3A-B486-05240001B6BF}" dt="2020-08-16T17:33:55.233" v="118" actId="20577"/>
        <pc:sldMkLst>
          <pc:docMk/>
          <pc:sldMk cId="2700791281" sldId="264"/>
        </pc:sldMkLst>
        <pc:spChg chg="mod">
          <ac:chgData name="Dr. Deepak S Sakkari Assistant Professor( CSE)" userId="6d73bcb8-5d92-40b8-9132-40f6303b79fc" providerId="ADAL" clId="{6A6CE88C-C1CC-4F3A-B486-05240001B6BF}" dt="2020-08-16T17:33:55.233" v="118" actId="20577"/>
          <ac:spMkLst>
            <pc:docMk/>
            <pc:sldMk cId="2700791281" sldId="264"/>
            <ac:spMk id="3" creationId="{00000000-0000-0000-0000-000000000000}"/>
          </ac:spMkLst>
        </pc:spChg>
      </pc:sldChg>
      <pc:sldChg chg="modSp del">
        <pc:chgData name="Dr. Deepak S Sakkari Assistant Professor( CSE)" userId="6d73bcb8-5d92-40b8-9132-40f6303b79fc" providerId="ADAL" clId="{6A6CE88C-C1CC-4F3A-B486-05240001B6BF}" dt="2020-08-16T17:34:31.051" v="119" actId="2696"/>
        <pc:sldMkLst>
          <pc:docMk/>
          <pc:sldMk cId="656789598" sldId="265"/>
        </pc:sldMkLst>
        <pc:spChg chg="mod">
          <ac:chgData name="Dr. Deepak S Sakkari Assistant Professor( CSE)" userId="6d73bcb8-5d92-40b8-9132-40f6303b79fc" providerId="ADAL" clId="{6A6CE88C-C1CC-4F3A-B486-05240001B6BF}" dt="2020-08-16T17:33:11.076" v="108" actId="404"/>
          <ac:spMkLst>
            <pc:docMk/>
            <pc:sldMk cId="656789598" sldId="265"/>
            <ac:spMk id="3" creationId="{00000000-0000-0000-0000-000000000000}"/>
          </ac:spMkLst>
        </pc:spChg>
      </pc:sldChg>
      <pc:sldChg chg="modSp">
        <pc:chgData name="Dr. Deepak S Sakkari Assistant Professor( CSE)" userId="6d73bcb8-5d92-40b8-9132-40f6303b79fc" providerId="ADAL" clId="{6A6CE88C-C1CC-4F3A-B486-05240001B6BF}" dt="2020-08-16T17:34:51.629" v="123" actId="1076"/>
        <pc:sldMkLst>
          <pc:docMk/>
          <pc:sldMk cId="1334666043" sldId="266"/>
        </pc:sldMkLst>
        <pc:spChg chg="mod">
          <ac:chgData name="Dr. Deepak S Sakkari Assistant Professor( CSE)" userId="6d73bcb8-5d92-40b8-9132-40f6303b79fc" providerId="ADAL" clId="{6A6CE88C-C1CC-4F3A-B486-05240001B6BF}" dt="2020-08-16T17:34:45.323" v="122" actId="404"/>
          <ac:spMkLst>
            <pc:docMk/>
            <pc:sldMk cId="1334666043" sldId="266"/>
            <ac:spMk id="7" creationId="{00000000-0000-0000-0000-000000000000}"/>
          </ac:spMkLst>
        </pc:spChg>
        <pc:picChg chg="mod">
          <ac:chgData name="Dr. Deepak S Sakkari Assistant Professor( CSE)" userId="6d73bcb8-5d92-40b8-9132-40f6303b79fc" providerId="ADAL" clId="{6A6CE88C-C1CC-4F3A-B486-05240001B6BF}" dt="2020-08-16T17:34:51.629" v="123" actId="1076"/>
          <ac:picMkLst>
            <pc:docMk/>
            <pc:sldMk cId="1334666043" sldId="266"/>
            <ac:picMk id="1025" creationId="{00000000-0000-0000-0000-000000000000}"/>
          </ac:picMkLst>
        </pc:picChg>
      </pc:sldChg>
      <pc:sldChg chg="modSp mod">
        <pc:chgData name="Dr. Deepak S Sakkari Assistant Professor( CSE)" userId="6d73bcb8-5d92-40b8-9132-40f6303b79fc" providerId="ADAL" clId="{6A6CE88C-C1CC-4F3A-B486-05240001B6BF}" dt="2020-08-16T17:41:22.280" v="339" actId="1076"/>
        <pc:sldMkLst>
          <pc:docMk/>
          <pc:sldMk cId="3898763255" sldId="267"/>
        </pc:sldMkLst>
        <pc:graphicFrameChg chg="mod modGraphic">
          <ac:chgData name="Dr. Deepak S Sakkari Assistant Professor( CSE)" userId="6d73bcb8-5d92-40b8-9132-40f6303b79fc" providerId="ADAL" clId="{6A6CE88C-C1CC-4F3A-B486-05240001B6BF}" dt="2020-08-16T17:41:22.280" v="339" actId="1076"/>
          <ac:graphicFrameMkLst>
            <pc:docMk/>
            <pc:sldMk cId="3898763255" sldId="267"/>
            <ac:graphicFrameMk id="5" creationId="{00000000-0000-0000-0000-000000000000}"/>
          </ac:graphicFrameMkLst>
        </pc:graphicFrameChg>
      </pc:sldChg>
      <pc:sldChg chg="modSp">
        <pc:chgData name="Dr. Deepak S Sakkari Assistant Professor( CSE)" userId="6d73bcb8-5d92-40b8-9132-40f6303b79fc" providerId="ADAL" clId="{6A6CE88C-C1CC-4F3A-B486-05240001B6BF}" dt="2020-08-16T17:41:32.429" v="342" actId="404"/>
        <pc:sldMkLst>
          <pc:docMk/>
          <pc:sldMk cId="201611570" sldId="268"/>
        </pc:sldMkLst>
        <pc:spChg chg="mod">
          <ac:chgData name="Dr. Deepak S Sakkari Assistant Professor( CSE)" userId="6d73bcb8-5d92-40b8-9132-40f6303b79fc" providerId="ADAL" clId="{6A6CE88C-C1CC-4F3A-B486-05240001B6BF}" dt="2020-08-16T17:41:32.429" v="342" actId="404"/>
          <ac:spMkLst>
            <pc:docMk/>
            <pc:sldMk cId="201611570" sldId="268"/>
            <ac:spMk id="3" creationId="{00000000-0000-0000-0000-000000000000}"/>
          </ac:spMkLst>
        </pc:spChg>
      </pc:sldChg>
      <pc:sldChg chg="modSp">
        <pc:chgData name="Dr. Deepak S Sakkari Assistant Professor( CSE)" userId="6d73bcb8-5d92-40b8-9132-40f6303b79fc" providerId="ADAL" clId="{6A6CE88C-C1CC-4F3A-B486-05240001B6BF}" dt="2020-08-16T17:41:50.936" v="345" actId="404"/>
        <pc:sldMkLst>
          <pc:docMk/>
          <pc:sldMk cId="3824667293" sldId="269"/>
        </pc:sldMkLst>
        <pc:spChg chg="mod">
          <ac:chgData name="Dr. Deepak S Sakkari Assistant Professor( CSE)" userId="6d73bcb8-5d92-40b8-9132-40f6303b79fc" providerId="ADAL" clId="{6A6CE88C-C1CC-4F3A-B486-05240001B6BF}" dt="2020-08-16T17:41:50.936" v="345" actId="404"/>
          <ac:spMkLst>
            <pc:docMk/>
            <pc:sldMk cId="3824667293" sldId="269"/>
            <ac:spMk id="3" creationId="{00000000-0000-0000-0000-000000000000}"/>
          </ac:spMkLst>
        </pc:spChg>
      </pc:sldChg>
      <pc:sldChg chg="modSp">
        <pc:chgData name="Dr. Deepak S Sakkari Assistant Professor( CSE)" userId="6d73bcb8-5d92-40b8-9132-40f6303b79fc" providerId="ADAL" clId="{6A6CE88C-C1CC-4F3A-B486-05240001B6BF}" dt="2020-08-16T18:15:17.333" v="987" actId="1038"/>
        <pc:sldMkLst>
          <pc:docMk/>
          <pc:sldMk cId="2570284336" sldId="270"/>
        </pc:sldMkLst>
        <pc:spChg chg="mod">
          <ac:chgData name="Dr. Deepak S Sakkari Assistant Professor( CSE)" userId="6d73bcb8-5d92-40b8-9132-40f6303b79fc" providerId="ADAL" clId="{6A6CE88C-C1CC-4F3A-B486-05240001B6BF}" dt="2020-08-16T17:42:42.286" v="352"/>
          <ac:spMkLst>
            <pc:docMk/>
            <pc:sldMk cId="2570284336" sldId="270"/>
            <ac:spMk id="2" creationId="{00000000-0000-0000-0000-000000000000}"/>
          </ac:spMkLst>
        </pc:spChg>
        <pc:picChg chg="mod">
          <ac:chgData name="Dr. Deepak S Sakkari Assistant Professor( CSE)" userId="6d73bcb8-5d92-40b8-9132-40f6303b79fc" providerId="ADAL" clId="{6A6CE88C-C1CC-4F3A-B486-05240001B6BF}" dt="2020-08-16T18:15:17.333" v="987" actId="1038"/>
          <ac:picMkLst>
            <pc:docMk/>
            <pc:sldMk cId="2570284336" sldId="270"/>
            <ac:picMk id="9" creationId="{00000000-0000-0000-0000-000000000000}"/>
          </ac:picMkLst>
        </pc:picChg>
      </pc:sldChg>
      <pc:sldChg chg="modSp">
        <pc:chgData name="Dr. Deepak S Sakkari Assistant Professor( CSE)" userId="6d73bcb8-5d92-40b8-9132-40f6303b79fc" providerId="ADAL" clId="{6A6CE88C-C1CC-4F3A-B486-05240001B6BF}" dt="2020-08-16T17:44:40.982" v="376" actId="255"/>
        <pc:sldMkLst>
          <pc:docMk/>
          <pc:sldMk cId="564986561" sldId="271"/>
        </pc:sldMkLst>
        <pc:spChg chg="mod">
          <ac:chgData name="Dr. Deepak S Sakkari Assistant Professor( CSE)" userId="6d73bcb8-5d92-40b8-9132-40f6303b79fc" providerId="ADAL" clId="{6A6CE88C-C1CC-4F3A-B486-05240001B6BF}" dt="2020-08-16T17:44:40.982" v="376" actId="255"/>
          <ac:spMkLst>
            <pc:docMk/>
            <pc:sldMk cId="564986561" sldId="271"/>
            <ac:spMk id="3" creationId="{00000000-0000-0000-0000-000000000000}"/>
          </ac:spMkLst>
        </pc:spChg>
      </pc:sldChg>
      <pc:sldChg chg="modSp">
        <pc:chgData name="Dr. Deepak S Sakkari Assistant Professor( CSE)" userId="6d73bcb8-5d92-40b8-9132-40f6303b79fc" providerId="ADAL" clId="{6A6CE88C-C1CC-4F3A-B486-05240001B6BF}" dt="2020-08-16T17:42:04.443" v="348" actId="404"/>
        <pc:sldMkLst>
          <pc:docMk/>
          <pc:sldMk cId="1620829824" sldId="272"/>
        </pc:sldMkLst>
        <pc:spChg chg="mod">
          <ac:chgData name="Dr. Deepak S Sakkari Assistant Professor( CSE)" userId="6d73bcb8-5d92-40b8-9132-40f6303b79fc" providerId="ADAL" clId="{6A6CE88C-C1CC-4F3A-B486-05240001B6BF}" dt="2020-08-16T17:42:04.443" v="348" actId="404"/>
          <ac:spMkLst>
            <pc:docMk/>
            <pc:sldMk cId="1620829824" sldId="272"/>
            <ac:spMk id="3" creationId="{00000000-0000-0000-0000-000000000000}"/>
          </ac:spMkLst>
        </pc:spChg>
      </pc:sldChg>
      <pc:sldChg chg="modSp">
        <pc:chgData name="Dr. Deepak S Sakkari Assistant Professor( CSE)" userId="6d73bcb8-5d92-40b8-9132-40f6303b79fc" providerId="ADAL" clId="{6A6CE88C-C1CC-4F3A-B486-05240001B6BF}" dt="2020-08-16T17:43:54.672" v="373" actId="1036"/>
        <pc:sldMkLst>
          <pc:docMk/>
          <pc:sldMk cId="1806056552" sldId="273"/>
        </pc:sldMkLst>
        <pc:spChg chg="mod">
          <ac:chgData name="Dr. Deepak S Sakkari Assistant Professor( CSE)" userId="6d73bcb8-5d92-40b8-9132-40f6303b79fc" providerId="ADAL" clId="{6A6CE88C-C1CC-4F3A-B486-05240001B6BF}" dt="2020-08-16T17:43:54.672" v="373" actId="1036"/>
          <ac:spMkLst>
            <pc:docMk/>
            <pc:sldMk cId="1806056552" sldId="273"/>
            <ac:spMk id="3" creationId="{00000000-0000-0000-0000-000000000000}"/>
          </ac:spMkLst>
        </pc:spChg>
      </pc:sldChg>
      <pc:sldChg chg="modSp">
        <pc:chgData name="Dr. Deepak S Sakkari Assistant Professor( CSE)" userId="6d73bcb8-5d92-40b8-9132-40f6303b79fc" providerId="ADAL" clId="{6A6CE88C-C1CC-4F3A-B486-05240001B6BF}" dt="2020-08-16T17:43:06.513" v="365" actId="1035"/>
        <pc:sldMkLst>
          <pc:docMk/>
          <pc:sldMk cId="3262299342" sldId="274"/>
        </pc:sldMkLst>
        <pc:spChg chg="mod">
          <ac:chgData name="Dr. Deepak S Sakkari Assistant Professor( CSE)" userId="6d73bcb8-5d92-40b8-9132-40f6303b79fc" providerId="ADAL" clId="{6A6CE88C-C1CC-4F3A-B486-05240001B6BF}" dt="2020-08-16T17:43:06.513" v="365" actId="1035"/>
          <ac:spMkLst>
            <pc:docMk/>
            <pc:sldMk cId="3262299342" sldId="274"/>
            <ac:spMk id="3" creationId="{00000000-0000-0000-0000-000000000000}"/>
          </ac:spMkLst>
        </pc:spChg>
      </pc:sldChg>
      <pc:sldChg chg="del">
        <pc:chgData name="Dr. Deepak S Sakkari Assistant Professor( CSE)" userId="6d73bcb8-5d92-40b8-9132-40f6303b79fc" providerId="ADAL" clId="{6A6CE88C-C1CC-4F3A-B486-05240001B6BF}" dt="2020-08-16T17:43:28.398" v="366" actId="2696"/>
        <pc:sldMkLst>
          <pc:docMk/>
          <pc:sldMk cId="719903367" sldId="275"/>
        </pc:sldMkLst>
      </pc:sldChg>
      <pc:sldChg chg="modSp">
        <pc:chgData name="Dr. Deepak S Sakkari Assistant Professor( CSE)" userId="6d73bcb8-5d92-40b8-9132-40f6303b79fc" providerId="ADAL" clId="{6A6CE88C-C1CC-4F3A-B486-05240001B6BF}" dt="2020-08-16T17:44:51.369" v="378" actId="404"/>
        <pc:sldMkLst>
          <pc:docMk/>
          <pc:sldMk cId="1089540773" sldId="276"/>
        </pc:sldMkLst>
        <pc:spChg chg="mod">
          <ac:chgData name="Dr. Deepak S Sakkari Assistant Professor( CSE)" userId="6d73bcb8-5d92-40b8-9132-40f6303b79fc" providerId="ADAL" clId="{6A6CE88C-C1CC-4F3A-B486-05240001B6BF}" dt="2020-08-16T17:44:51.369" v="378" actId="404"/>
          <ac:spMkLst>
            <pc:docMk/>
            <pc:sldMk cId="1089540773" sldId="276"/>
            <ac:spMk id="3" creationId="{00000000-0000-0000-0000-000000000000}"/>
          </ac:spMkLst>
        </pc:spChg>
      </pc:sldChg>
      <pc:sldChg chg="modSp">
        <pc:chgData name="Dr. Deepak S Sakkari Assistant Professor( CSE)" userId="6d73bcb8-5d92-40b8-9132-40f6303b79fc" providerId="ADAL" clId="{6A6CE88C-C1CC-4F3A-B486-05240001B6BF}" dt="2020-08-16T17:45:07.183" v="381" actId="404"/>
        <pc:sldMkLst>
          <pc:docMk/>
          <pc:sldMk cId="2289095124" sldId="277"/>
        </pc:sldMkLst>
        <pc:spChg chg="mod">
          <ac:chgData name="Dr. Deepak S Sakkari Assistant Professor( CSE)" userId="6d73bcb8-5d92-40b8-9132-40f6303b79fc" providerId="ADAL" clId="{6A6CE88C-C1CC-4F3A-B486-05240001B6BF}" dt="2020-08-16T17:45:07.183" v="381" actId="404"/>
          <ac:spMkLst>
            <pc:docMk/>
            <pc:sldMk cId="2289095124" sldId="277"/>
            <ac:spMk id="3" creationId="{00000000-0000-0000-0000-000000000000}"/>
          </ac:spMkLst>
        </pc:spChg>
      </pc:sldChg>
      <pc:sldChg chg="modSp">
        <pc:chgData name="Dr. Deepak S Sakkari Assistant Professor( CSE)" userId="6d73bcb8-5d92-40b8-9132-40f6303b79fc" providerId="ADAL" clId="{6A6CE88C-C1CC-4F3A-B486-05240001B6BF}" dt="2020-08-16T17:45:42.725" v="502" actId="1076"/>
        <pc:sldMkLst>
          <pc:docMk/>
          <pc:sldMk cId="627609005" sldId="278"/>
        </pc:sldMkLst>
        <pc:picChg chg="mod">
          <ac:chgData name="Dr. Deepak S Sakkari Assistant Professor( CSE)" userId="6d73bcb8-5d92-40b8-9132-40f6303b79fc" providerId="ADAL" clId="{6A6CE88C-C1CC-4F3A-B486-05240001B6BF}" dt="2020-08-16T17:45:42.725" v="502" actId="1076"/>
          <ac:picMkLst>
            <pc:docMk/>
            <pc:sldMk cId="627609005" sldId="278"/>
            <ac:picMk id="2053" creationId="{00000000-0000-0000-0000-000000000000}"/>
          </ac:picMkLst>
        </pc:picChg>
      </pc:sldChg>
      <pc:sldChg chg="modSp mod">
        <pc:chgData name="Dr. Deepak S Sakkari Assistant Professor( CSE)" userId="6d73bcb8-5d92-40b8-9132-40f6303b79fc" providerId="ADAL" clId="{6A6CE88C-C1CC-4F3A-B486-05240001B6BF}" dt="2020-08-16T17:46:51.247" v="511" actId="20577"/>
        <pc:sldMkLst>
          <pc:docMk/>
          <pc:sldMk cId="3001868645" sldId="279"/>
        </pc:sldMkLst>
        <pc:spChg chg="mod">
          <ac:chgData name="Dr. Deepak S Sakkari Assistant Professor( CSE)" userId="6d73bcb8-5d92-40b8-9132-40f6303b79fc" providerId="ADAL" clId="{6A6CE88C-C1CC-4F3A-B486-05240001B6BF}" dt="2020-08-16T17:46:51.247" v="511" actId="20577"/>
          <ac:spMkLst>
            <pc:docMk/>
            <pc:sldMk cId="3001868645" sldId="279"/>
            <ac:spMk id="5" creationId="{00000000-0000-0000-0000-000000000000}"/>
          </ac:spMkLst>
        </pc:spChg>
        <pc:picChg chg="mod">
          <ac:chgData name="Dr. Deepak S Sakkari Assistant Professor( CSE)" userId="6d73bcb8-5d92-40b8-9132-40f6303b79fc" providerId="ADAL" clId="{6A6CE88C-C1CC-4F3A-B486-05240001B6BF}" dt="2020-08-16T17:46:47.816" v="510" actId="1076"/>
          <ac:picMkLst>
            <pc:docMk/>
            <pc:sldMk cId="3001868645" sldId="279"/>
            <ac:picMk id="3075" creationId="{00000000-0000-0000-0000-000000000000}"/>
          </ac:picMkLst>
        </pc:picChg>
      </pc:sldChg>
      <pc:sldChg chg="modSp mod">
        <pc:chgData name="Dr. Deepak S Sakkari Assistant Professor( CSE)" userId="6d73bcb8-5d92-40b8-9132-40f6303b79fc" providerId="ADAL" clId="{6A6CE88C-C1CC-4F3A-B486-05240001B6BF}" dt="2020-08-16T17:49:31.679" v="532" actId="1037"/>
        <pc:sldMkLst>
          <pc:docMk/>
          <pc:sldMk cId="3359797835" sldId="280"/>
        </pc:sldMkLst>
        <pc:spChg chg="mod">
          <ac:chgData name="Dr. Deepak S Sakkari Assistant Professor( CSE)" userId="6d73bcb8-5d92-40b8-9132-40f6303b79fc" providerId="ADAL" clId="{6A6CE88C-C1CC-4F3A-B486-05240001B6BF}" dt="2020-08-16T17:49:21.636" v="529" actId="948"/>
          <ac:spMkLst>
            <pc:docMk/>
            <pc:sldMk cId="3359797835" sldId="280"/>
            <ac:spMk id="5" creationId="{00000000-0000-0000-0000-000000000000}"/>
          </ac:spMkLst>
        </pc:spChg>
        <pc:picChg chg="mod">
          <ac:chgData name="Dr. Deepak S Sakkari Assistant Professor( CSE)" userId="6d73bcb8-5d92-40b8-9132-40f6303b79fc" providerId="ADAL" clId="{6A6CE88C-C1CC-4F3A-B486-05240001B6BF}" dt="2020-08-16T17:49:31.679" v="532" actId="1037"/>
          <ac:picMkLst>
            <pc:docMk/>
            <pc:sldMk cId="3359797835" sldId="280"/>
            <ac:picMk id="4099" creationId="{00000000-0000-0000-0000-000000000000}"/>
          </ac:picMkLst>
        </pc:picChg>
      </pc:sldChg>
      <pc:sldChg chg="modSp mod">
        <pc:chgData name="Dr. Deepak S Sakkari Assistant Professor( CSE)" userId="6d73bcb8-5d92-40b8-9132-40f6303b79fc" providerId="ADAL" clId="{6A6CE88C-C1CC-4F3A-B486-05240001B6BF}" dt="2020-08-16T17:50:36.290" v="541" actId="1076"/>
        <pc:sldMkLst>
          <pc:docMk/>
          <pc:sldMk cId="3154839297" sldId="281"/>
        </pc:sldMkLst>
        <pc:spChg chg="mod">
          <ac:chgData name="Dr. Deepak S Sakkari Assistant Professor( CSE)" userId="6d73bcb8-5d92-40b8-9132-40f6303b79fc" providerId="ADAL" clId="{6A6CE88C-C1CC-4F3A-B486-05240001B6BF}" dt="2020-08-16T17:50:31.162" v="540" actId="404"/>
          <ac:spMkLst>
            <pc:docMk/>
            <pc:sldMk cId="3154839297" sldId="281"/>
            <ac:spMk id="5" creationId="{00000000-0000-0000-0000-000000000000}"/>
          </ac:spMkLst>
        </pc:spChg>
        <pc:picChg chg="mod">
          <ac:chgData name="Dr. Deepak S Sakkari Assistant Professor( CSE)" userId="6d73bcb8-5d92-40b8-9132-40f6303b79fc" providerId="ADAL" clId="{6A6CE88C-C1CC-4F3A-B486-05240001B6BF}" dt="2020-08-16T17:50:36.290" v="541" actId="1076"/>
          <ac:picMkLst>
            <pc:docMk/>
            <pc:sldMk cId="3154839297" sldId="281"/>
            <ac:picMk id="5123" creationId="{00000000-0000-0000-0000-000000000000}"/>
          </ac:picMkLst>
        </pc:picChg>
      </pc:sldChg>
      <pc:sldChg chg="modSp mod">
        <pc:chgData name="Dr. Deepak S Sakkari Assistant Professor( CSE)" userId="6d73bcb8-5d92-40b8-9132-40f6303b79fc" providerId="ADAL" clId="{6A6CE88C-C1CC-4F3A-B486-05240001B6BF}" dt="2020-08-16T17:51:15.441" v="573" actId="1076"/>
        <pc:sldMkLst>
          <pc:docMk/>
          <pc:sldMk cId="513573365" sldId="282"/>
        </pc:sldMkLst>
        <pc:spChg chg="mod">
          <ac:chgData name="Dr. Deepak S Sakkari Assistant Professor( CSE)" userId="6d73bcb8-5d92-40b8-9132-40f6303b79fc" providerId="ADAL" clId="{6A6CE88C-C1CC-4F3A-B486-05240001B6BF}" dt="2020-08-16T17:50:54.056" v="545" actId="20577"/>
          <ac:spMkLst>
            <pc:docMk/>
            <pc:sldMk cId="513573365" sldId="282"/>
            <ac:spMk id="5" creationId="{00000000-0000-0000-0000-000000000000}"/>
          </ac:spMkLst>
        </pc:spChg>
        <pc:picChg chg="mod">
          <ac:chgData name="Dr. Deepak S Sakkari Assistant Professor( CSE)" userId="6d73bcb8-5d92-40b8-9132-40f6303b79fc" providerId="ADAL" clId="{6A6CE88C-C1CC-4F3A-B486-05240001B6BF}" dt="2020-08-16T17:51:15.441" v="573" actId="1076"/>
          <ac:picMkLst>
            <pc:docMk/>
            <pc:sldMk cId="513573365" sldId="282"/>
            <ac:picMk id="6146" creationId="{00000000-0000-0000-0000-000000000000}"/>
          </ac:picMkLst>
        </pc:picChg>
      </pc:sldChg>
      <pc:sldChg chg="modSp mod">
        <pc:chgData name="Dr. Deepak S Sakkari Assistant Professor( CSE)" userId="6d73bcb8-5d92-40b8-9132-40f6303b79fc" providerId="ADAL" clId="{6A6CE88C-C1CC-4F3A-B486-05240001B6BF}" dt="2020-08-16T17:51:53.933" v="580" actId="1076"/>
        <pc:sldMkLst>
          <pc:docMk/>
          <pc:sldMk cId="2125104488" sldId="283"/>
        </pc:sldMkLst>
        <pc:spChg chg="mod">
          <ac:chgData name="Dr. Deepak S Sakkari Assistant Professor( CSE)" userId="6d73bcb8-5d92-40b8-9132-40f6303b79fc" providerId="ADAL" clId="{6A6CE88C-C1CC-4F3A-B486-05240001B6BF}" dt="2020-08-16T17:51:32.939" v="576" actId="404"/>
          <ac:spMkLst>
            <pc:docMk/>
            <pc:sldMk cId="2125104488" sldId="283"/>
            <ac:spMk id="5" creationId="{00000000-0000-0000-0000-000000000000}"/>
          </ac:spMkLst>
        </pc:spChg>
        <pc:picChg chg="mod">
          <ac:chgData name="Dr. Deepak S Sakkari Assistant Professor( CSE)" userId="6d73bcb8-5d92-40b8-9132-40f6303b79fc" providerId="ADAL" clId="{6A6CE88C-C1CC-4F3A-B486-05240001B6BF}" dt="2020-08-16T17:51:53.933" v="580" actId="1076"/>
          <ac:picMkLst>
            <pc:docMk/>
            <pc:sldMk cId="2125104488" sldId="283"/>
            <ac:picMk id="7170" creationId="{00000000-0000-0000-0000-000000000000}"/>
          </ac:picMkLst>
        </pc:picChg>
      </pc:sldChg>
      <pc:sldChg chg="modSp mod">
        <pc:chgData name="Dr. Deepak S Sakkari Assistant Professor( CSE)" userId="6d73bcb8-5d92-40b8-9132-40f6303b79fc" providerId="ADAL" clId="{6A6CE88C-C1CC-4F3A-B486-05240001B6BF}" dt="2020-08-16T17:52:28.860" v="587" actId="1076"/>
        <pc:sldMkLst>
          <pc:docMk/>
          <pc:sldMk cId="3076381061" sldId="284"/>
        </pc:sldMkLst>
        <pc:spChg chg="mod">
          <ac:chgData name="Dr. Deepak S Sakkari Assistant Professor( CSE)" userId="6d73bcb8-5d92-40b8-9132-40f6303b79fc" providerId="ADAL" clId="{6A6CE88C-C1CC-4F3A-B486-05240001B6BF}" dt="2020-08-16T17:52:16.492" v="584" actId="403"/>
          <ac:spMkLst>
            <pc:docMk/>
            <pc:sldMk cId="3076381061" sldId="284"/>
            <ac:spMk id="5" creationId="{00000000-0000-0000-0000-000000000000}"/>
          </ac:spMkLst>
        </pc:spChg>
        <pc:picChg chg="mod">
          <ac:chgData name="Dr. Deepak S Sakkari Assistant Professor( CSE)" userId="6d73bcb8-5d92-40b8-9132-40f6303b79fc" providerId="ADAL" clId="{6A6CE88C-C1CC-4F3A-B486-05240001B6BF}" dt="2020-08-16T17:52:28.860" v="587" actId="1076"/>
          <ac:picMkLst>
            <pc:docMk/>
            <pc:sldMk cId="3076381061" sldId="284"/>
            <ac:picMk id="8195" creationId="{00000000-0000-0000-0000-000000000000}"/>
          </ac:picMkLst>
        </pc:picChg>
      </pc:sldChg>
      <pc:sldChg chg="modSp mod">
        <pc:chgData name="Dr. Deepak S Sakkari Assistant Professor( CSE)" userId="6d73bcb8-5d92-40b8-9132-40f6303b79fc" providerId="ADAL" clId="{6A6CE88C-C1CC-4F3A-B486-05240001B6BF}" dt="2020-08-16T17:53:37.561" v="631" actId="1076"/>
        <pc:sldMkLst>
          <pc:docMk/>
          <pc:sldMk cId="769505814" sldId="285"/>
        </pc:sldMkLst>
        <pc:spChg chg="mod">
          <ac:chgData name="Dr. Deepak S Sakkari Assistant Professor( CSE)" userId="6d73bcb8-5d92-40b8-9132-40f6303b79fc" providerId="ADAL" clId="{6A6CE88C-C1CC-4F3A-B486-05240001B6BF}" dt="2020-08-16T17:53:22.212" v="596" actId="20577"/>
          <ac:spMkLst>
            <pc:docMk/>
            <pc:sldMk cId="769505814" sldId="285"/>
            <ac:spMk id="5" creationId="{00000000-0000-0000-0000-000000000000}"/>
          </ac:spMkLst>
        </pc:spChg>
        <pc:picChg chg="mod">
          <ac:chgData name="Dr. Deepak S Sakkari Assistant Professor( CSE)" userId="6d73bcb8-5d92-40b8-9132-40f6303b79fc" providerId="ADAL" clId="{6A6CE88C-C1CC-4F3A-B486-05240001B6BF}" dt="2020-08-16T17:53:37.561" v="631" actId="1076"/>
          <ac:picMkLst>
            <pc:docMk/>
            <pc:sldMk cId="769505814" sldId="285"/>
            <ac:picMk id="9219" creationId="{00000000-0000-0000-0000-000000000000}"/>
          </ac:picMkLst>
        </pc:picChg>
      </pc:sldChg>
      <pc:sldChg chg="modSp mod">
        <pc:chgData name="Dr. Deepak S Sakkari Assistant Professor( CSE)" userId="6d73bcb8-5d92-40b8-9132-40f6303b79fc" providerId="ADAL" clId="{6A6CE88C-C1CC-4F3A-B486-05240001B6BF}" dt="2020-08-16T17:52:49.759" v="592" actId="1076"/>
        <pc:sldMkLst>
          <pc:docMk/>
          <pc:sldMk cId="3602984361" sldId="286"/>
        </pc:sldMkLst>
        <pc:spChg chg="mod">
          <ac:chgData name="Dr. Deepak S Sakkari Assistant Professor( CSE)" userId="6d73bcb8-5d92-40b8-9132-40f6303b79fc" providerId="ADAL" clId="{6A6CE88C-C1CC-4F3A-B486-05240001B6BF}" dt="2020-08-16T17:52:45.065" v="591" actId="404"/>
          <ac:spMkLst>
            <pc:docMk/>
            <pc:sldMk cId="3602984361" sldId="286"/>
            <ac:spMk id="5" creationId="{00000000-0000-0000-0000-000000000000}"/>
          </ac:spMkLst>
        </pc:spChg>
        <pc:picChg chg="mod">
          <ac:chgData name="Dr. Deepak S Sakkari Assistant Professor( CSE)" userId="6d73bcb8-5d92-40b8-9132-40f6303b79fc" providerId="ADAL" clId="{6A6CE88C-C1CC-4F3A-B486-05240001B6BF}" dt="2020-08-16T17:52:49.759" v="592" actId="1076"/>
          <ac:picMkLst>
            <pc:docMk/>
            <pc:sldMk cId="3602984361" sldId="286"/>
            <ac:picMk id="9218" creationId="{00000000-0000-0000-0000-000000000000}"/>
          </ac:picMkLst>
        </pc:picChg>
      </pc:sldChg>
      <pc:sldChg chg="modSp mod">
        <pc:chgData name="Dr. Deepak S Sakkari Assistant Professor( CSE)" userId="6d73bcb8-5d92-40b8-9132-40f6303b79fc" providerId="ADAL" clId="{6A6CE88C-C1CC-4F3A-B486-05240001B6BF}" dt="2020-08-16T17:54:29.167" v="657" actId="1036"/>
        <pc:sldMkLst>
          <pc:docMk/>
          <pc:sldMk cId="2829986162" sldId="287"/>
        </pc:sldMkLst>
        <pc:spChg chg="mod">
          <ac:chgData name="Dr. Deepak S Sakkari Assistant Professor( CSE)" userId="6d73bcb8-5d92-40b8-9132-40f6303b79fc" providerId="ADAL" clId="{6A6CE88C-C1CC-4F3A-B486-05240001B6BF}" dt="2020-08-16T17:54:13.453" v="653" actId="6549"/>
          <ac:spMkLst>
            <pc:docMk/>
            <pc:sldMk cId="2829986162" sldId="287"/>
            <ac:spMk id="5" creationId="{00000000-0000-0000-0000-000000000000}"/>
          </ac:spMkLst>
        </pc:spChg>
        <pc:picChg chg="mod">
          <ac:chgData name="Dr. Deepak S Sakkari Assistant Professor( CSE)" userId="6d73bcb8-5d92-40b8-9132-40f6303b79fc" providerId="ADAL" clId="{6A6CE88C-C1CC-4F3A-B486-05240001B6BF}" dt="2020-08-16T17:54:29.167" v="657" actId="1036"/>
          <ac:picMkLst>
            <pc:docMk/>
            <pc:sldMk cId="2829986162" sldId="287"/>
            <ac:picMk id="10242" creationId="{00000000-0000-0000-0000-000000000000}"/>
          </ac:picMkLst>
        </pc:picChg>
      </pc:sldChg>
      <pc:sldChg chg="modSp mod">
        <pc:chgData name="Dr. Deepak S Sakkari Assistant Professor( CSE)" userId="6d73bcb8-5d92-40b8-9132-40f6303b79fc" providerId="ADAL" clId="{6A6CE88C-C1CC-4F3A-B486-05240001B6BF}" dt="2020-08-16T17:55:23.973" v="666" actId="1076"/>
        <pc:sldMkLst>
          <pc:docMk/>
          <pc:sldMk cId="1866790028" sldId="288"/>
        </pc:sldMkLst>
        <pc:spChg chg="mod">
          <ac:chgData name="Dr. Deepak S Sakkari Assistant Professor( CSE)" userId="6d73bcb8-5d92-40b8-9132-40f6303b79fc" providerId="ADAL" clId="{6A6CE88C-C1CC-4F3A-B486-05240001B6BF}" dt="2020-08-16T17:55:16.732" v="665" actId="6549"/>
          <ac:spMkLst>
            <pc:docMk/>
            <pc:sldMk cId="1866790028" sldId="288"/>
            <ac:spMk id="5" creationId="{00000000-0000-0000-0000-000000000000}"/>
          </ac:spMkLst>
        </pc:spChg>
        <pc:picChg chg="mod">
          <ac:chgData name="Dr. Deepak S Sakkari Assistant Professor( CSE)" userId="6d73bcb8-5d92-40b8-9132-40f6303b79fc" providerId="ADAL" clId="{6A6CE88C-C1CC-4F3A-B486-05240001B6BF}" dt="2020-08-16T17:55:23.973" v="666" actId="1076"/>
          <ac:picMkLst>
            <pc:docMk/>
            <pc:sldMk cId="1866790028" sldId="288"/>
            <ac:picMk id="11266" creationId="{00000000-0000-0000-0000-000000000000}"/>
          </ac:picMkLst>
        </pc:picChg>
      </pc:sldChg>
      <pc:sldChg chg="addSp modSp mod">
        <pc:chgData name="Dr. Deepak S Sakkari Assistant Professor( CSE)" userId="6d73bcb8-5d92-40b8-9132-40f6303b79fc" providerId="ADAL" clId="{6A6CE88C-C1CC-4F3A-B486-05240001B6BF}" dt="2020-08-16T17:58:28.723" v="747" actId="1035"/>
        <pc:sldMkLst>
          <pc:docMk/>
          <pc:sldMk cId="3266059444" sldId="289"/>
        </pc:sldMkLst>
        <pc:spChg chg="mod">
          <ac:chgData name="Dr. Deepak S Sakkari Assistant Professor( CSE)" userId="6d73bcb8-5d92-40b8-9132-40f6303b79fc" providerId="ADAL" clId="{6A6CE88C-C1CC-4F3A-B486-05240001B6BF}" dt="2020-08-16T17:57:17.871" v="672" actId="255"/>
          <ac:spMkLst>
            <pc:docMk/>
            <pc:sldMk cId="3266059444" sldId="289"/>
            <ac:spMk id="2" creationId="{00000000-0000-0000-0000-000000000000}"/>
          </ac:spMkLst>
        </pc:spChg>
        <pc:spChg chg="mod">
          <ac:chgData name="Dr. Deepak S Sakkari Assistant Professor( CSE)" userId="6d73bcb8-5d92-40b8-9132-40f6303b79fc" providerId="ADAL" clId="{6A6CE88C-C1CC-4F3A-B486-05240001B6BF}" dt="2020-08-16T17:57:45.493" v="677" actId="20577"/>
          <ac:spMkLst>
            <pc:docMk/>
            <pc:sldMk cId="3266059444" sldId="289"/>
            <ac:spMk id="3" creationId="{00000000-0000-0000-0000-000000000000}"/>
          </ac:spMkLst>
        </pc:spChg>
        <pc:picChg chg="add mod">
          <ac:chgData name="Dr. Deepak S Sakkari Assistant Professor( CSE)" userId="6d73bcb8-5d92-40b8-9132-40f6303b79fc" providerId="ADAL" clId="{6A6CE88C-C1CC-4F3A-B486-05240001B6BF}" dt="2020-08-16T17:58:28.723" v="747" actId="1035"/>
          <ac:picMkLst>
            <pc:docMk/>
            <pc:sldMk cId="3266059444" sldId="289"/>
            <ac:picMk id="7" creationId="{4226936F-2BC6-4083-B1A0-1A7E7C42EC5D}"/>
          </ac:picMkLst>
        </pc:picChg>
      </pc:sldChg>
      <pc:sldChg chg="del">
        <pc:chgData name="Dr. Deepak S Sakkari Assistant Professor( CSE)" userId="6d73bcb8-5d92-40b8-9132-40f6303b79fc" providerId="ADAL" clId="{6A6CE88C-C1CC-4F3A-B486-05240001B6BF}" dt="2020-08-16T17:58:42.160" v="748" actId="2696"/>
        <pc:sldMkLst>
          <pc:docMk/>
          <pc:sldMk cId="2059104741" sldId="290"/>
        </pc:sldMkLst>
      </pc:sldChg>
      <pc:sldChg chg="modSp mod">
        <pc:chgData name="Dr. Deepak S Sakkari Assistant Professor( CSE)" userId="6d73bcb8-5d92-40b8-9132-40f6303b79fc" providerId="ADAL" clId="{6A6CE88C-C1CC-4F3A-B486-05240001B6BF}" dt="2020-08-16T17:59:20.322" v="754" actId="1076"/>
        <pc:sldMkLst>
          <pc:docMk/>
          <pc:sldMk cId="3191863920" sldId="291"/>
        </pc:sldMkLst>
        <pc:spChg chg="mod">
          <ac:chgData name="Dr. Deepak S Sakkari Assistant Professor( CSE)" userId="6d73bcb8-5d92-40b8-9132-40f6303b79fc" providerId="ADAL" clId="{6A6CE88C-C1CC-4F3A-B486-05240001B6BF}" dt="2020-08-16T17:59:11.977" v="753" actId="404"/>
          <ac:spMkLst>
            <pc:docMk/>
            <pc:sldMk cId="3191863920" sldId="291"/>
            <ac:spMk id="3" creationId="{00000000-0000-0000-0000-000000000000}"/>
          </ac:spMkLst>
        </pc:spChg>
        <pc:picChg chg="mod">
          <ac:chgData name="Dr. Deepak S Sakkari Assistant Professor( CSE)" userId="6d73bcb8-5d92-40b8-9132-40f6303b79fc" providerId="ADAL" clId="{6A6CE88C-C1CC-4F3A-B486-05240001B6BF}" dt="2020-08-16T17:59:20.322" v="754" actId="1076"/>
          <ac:picMkLst>
            <pc:docMk/>
            <pc:sldMk cId="3191863920" sldId="291"/>
            <ac:picMk id="13314" creationId="{00000000-0000-0000-0000-000000000000}"/>
          </ac:picMkLst>
        </pc:picChg>
      </pc:sldChg>
      <pc:sldChg chg="modSp mod">
        <pc:chgData name="Dr. Deepak S Sakkari Assistant Professor( CSE)" userId="6d73bcb8-5d92-40b8-9132-40f6303b79fc" providerId="ADAL" clId="{6A6CE88C-C1CC-4F3A-B486-05240001B6BF}" dt="2020-08-16T18:10:50.782" v="804" actId="255"/>
        <pc:sldMkLst>
          <pc:docMk/>
          <pc:sldMk cId="2904947208" sldId="292"/>
        </pc:sldMkLst>
        <pc:spChg chg="mod">
          <ac:chgData name="Dr. Deepak S Sakkari Assistant Professor( CSE)" userId="6d73bcb8-5d92-40b8-9132-40f6303b79fc" providerId="ADAL" clId="{6A6CE88C-C1CC-4F3A-B486-05240001B6BF}" dt="2020-08-16T18:10:50.782" v="804" actId="255"/>
          <ac:spMkLst>
            <pc:docMk/>
            <pc:sldMk cId="2904947208" sldId="292"/>
            <ac:spMk id="3" creationId="{00000000-0000-0000-0000-000000000000}"/>
          </ac:spMkLst>
        </pc:spChg>
      </pc:sldChg>
      <pc:sldChg chg="modSp mod">
        <pc:chgData name="Dr. Deepak S Sakkari Assistant Professor( CSE)" userId="6d73bcb8-5d92-40b8-9132-40f6303b79fc" providerId="ADAL" clId="{6A6CE88C-C1CC-4F3A-B486-05240001B6BF}" dt="2020-08-16T18:01:00.044" v="771" actId="1076"/>
        <pc:sldMkLst>
          <pc:docMk/>
          <pc:sldMk cId="1145221943" sldId="293"/>
        </pc:sldMkLst>
        <pc:spChg chg="mod">
          <ac:chgData name="Dr. Deepak S Sakkari Assistant Professor( CSE)" userId="6d73bcb8-5d92-40b8-9132-40f6303b79fc" providerId="ADAL" clId="{6A6CE88C-C1CC-4F3A-B486-05240001B6BF}" dt="2020-08-16T18:00:50.359" v="769" actId="948"/>
          <ac:spMkLst>
            <pc:docMk/>
            <pc:sldMk cId="1145221943" sldId="293"/>
            <ac:spMk id="3" creationId="{00000000-0000-0000-0000-000000000000}"/>
          </ac:spMkLst>
        </pc:spChg>
        <pc:picChg chg="mod">
          <ac:chgData name="Dr. Deepak S Sakkari Assistant Professor( CSE)" userId="6d73bcb8-5d92-40b8-9132-40f6303b79fc" providerId="ADAL" clId="{6A6CE88C-C1CC-4F3A-B486-05240001B6BF}" dt="2020-08-16T18:00:54.771" v="770" actId="1076"/>
          <ac:picMkLst>
            <pc:docMk/>
            <pc:sldMk cId="1145221943" sldId="293"/>
            <ac:picMk id="14338" creationId="{00000000-0000-0000-0000-000000000000}"/>
          </ac:picMkLst>
        </pc:picChg>
        <pc:picChg chg="mod">
          <ac:chgData name="Dr. Deepak S Sakkari Assistant Professor( CSE)" userId="6d73bcb8-5d92-40b8-9132-40f6303b79fc" providerId="ADAL" clId="{6A6CE88C-C1CC-4F3A-B486-05240001B6BF}" dt="2020-08-16T18:01:00.044" v="771" actId="1076"/>
          <ac:picMkLst>
            <pc:docMk/>
            <pc:sldMk cId="1145221943" sldId="293"/>
            <ac:picMk id="14340" creationId="{00000000-0000-0000-0000-000000000000}"/>
          </ac:picMkLst>
        </pc:picChg>
      </pc:sldChg>
      <pc:sldChg chg="modSp mod">
        <pc:chgData name="Dr. Deepak S Sakkari Assistant Professor( CSE)" userId="6d73bcb8-5d92-40b8-9132-40f6303b79fc" providerId="ADAL" clId="{6A6CE88C-C1CC-4F3A-B486-05240001B6BF}" dt="2020-08-16T18:09:57.766" v="796" actId="313"/>
        <pc:sldMkLst>
          <pc:docMk/>
          <pc:sldMk cId="1457111660" sldId="294"/>
        </pc:sldMkLst>
        <pc:spChg chg="mod">
          <ac:chgData name="Dr. Deepak S Sakkari Assistant Professor( CSE)" userId="6d73bcb8-5d92-40b8-9132-40f6303b79fc" providerId="ADAL" clId="{6A6CE88C-C1CC-4F3A-B486-05240001B6BF}" dt="2020-08-16T18:09:57.766" v="796" actId="313"/>
          <ac:spMkLst>
            <pc:docMk/>
            <pc:sldMk cId="1457111660" sldId="294"/>
            <ac:spMk id="3" creationId="{00000000-0000-0000-0000-000000000000}"/>
          </ac:spMkLst>
        </pc:spChg>
      </pc:sldChg>
      <pc:sldChg chg="del">
        <pc:chgData name="Dr. Deepak S Sakkari Assistant Professor( CSE)" userId="6d73bcb8-5d92-40b8-9132-40f6303b79fc" providerId="ADAL" clId="{6A6CE88C-C1CC-4F3A-B486-05240001B6BF}" dt="2020-08-16T18:11:20.117" v="805" actId="2696"/>
        <pc:sldMkLst>
          <pc:docMk/>
          <pc:sldMk cId="3110987420" sldId="295"/>
        </pc:sldMkLst>
      </pc:sldChg>
      <pc:sldChg chg="modSp mod">
        <pc:chgData name="Dr. Deepak S Sakkari Assistant Professor( CSE)" userId="6d73bcb8-5d92-40b8-9132-40f6303b79fc" providerId="ADAL" clId="{6A6CE88C-C1CC-4F3A-B486-05240001B6BF}" dt="2020-08-16T18:11:54.808" v="811" actId="404"/>
        <pc:sldMkLst>
          <pc:docMk/>
          <pc:sldMk cId="2011300504" sldId="296"/>
        </pc:sldMkLst>
        <pc:spChg chg="mod">
          <ac:chgData name="Dr. Deepak S Sakkari Assistant Professor( CSE)" userId="6d73bcb8-5d92-40b8-9132-40f6303b79fc" providerId="ADAL" clId="{6A6CE88C-C1CC-4F3A-B486-05240001B6BF}" dt="2020-08-16T18:11:54.808" v="811" actId="404"/>
          <ac:spMkLst>
            <pc:docMk/>
            <pc:sldMk cId="2011300504" sldId="296"/>
            <ac:spMk id="3" creationId="{00000000-0000-0000-0000-000000000000}"/>
          </ac:spMkLst>
        </pc:spChg>
      </pc:sldChg>
      <pc:sldChg chg="modSp del mod">
        <pc:chgData name="Dr. Deepak S Sakkari Assistant Professor( CSE)" userId="6d73bcb8-5d92-40b8-9132-40f6303b79fc" providerId="ADAL" clId="{6A6CE88C-C1CC-4F3A-B486-05240001B6BF}" dt="2020-08-16T18:12:16.452" v="813" actId="2696"/>
        <pc:sldMkLst>
          <pc:docMk/>
          <pc:sldMk cId="422380363" sldId="297"/>
        </pc:sldMkLst>
        <pc:spChg chg="mod">
          <ac:chgData name="Dr. Deepak S Sakkari Assistant Professor( CSE)" userId="6d73bcb8-5d92-40b8-9132-40f6303b79fc" providerId="ADAL" clId="{6A6CE88C-C1CC-4F3A-B486-05240001B6BF}" dt="2020-08-16T18:11:47.295" v="808" actId="21"/>
          <ac:spMkLst>
            <pc:docMk/>
            <pc:sldMk cId="422380363" sldId="297"/>
            <ac:spMk id="3" creationId="{00000000-0000-0000-0000-000000000000}"/>
          </ac:spMkLst>
        </pc:spChg>
        <pc:picChg chg="mod">
          <ac:chgData name="Dr. Deepak S Sakkari Assistant Professor( CSE)" userId="6d73bcb8-5d92-40b8-9132-40f6303b79fc" providerId="ADAL" clId="{6A6CE88C-C1CC-4F3A-B486-05240001B6BF}" dt="2020-08-16T18:12:10.728" v="812" actId="1076"/>
          <ac:picMkLst>
            <pc:docMk/>
            <pc:sldMk cId="422380363" sldId="297"/>
            <ac:picMk id="15363" creationId="{00000000-0000-0000-0000-000000000000}"/>
          </ac:picMkLst>
        </pc:picChg>
      </pc:sldChg>
      <pc:sldChg chg="modSp mod">
        <pc:chgData name="Dr. Deepak S Sakkari Assistant Professor( CSE)" userId="6d73bcb8-5d92-40b8-9132-40f6303b79fc" providerId="ADAL" clId="{6A6CE88C-C1CC-4F3A-B486-05240001B6BF}" dt="2020-08-16T18:12:35.971" v="818" actId="20577"/>
        <pc:sldMkLst>
          <pc:docMk/>
          <pc:sldMk cId="761635623" sldId="298"/>
        </pc:sldMkLst>
        <pc:spChg chg="mod">
          <ac:chgData name="Dr. Deepak S Sakkari Assistant Professor( CSE)" userId="6d73bcb8-5d92-40b8-9132-40f6303b79fc" providerId="ADAL" clId="{6A6CE88C-C1CC-4F3A-B486-05240001B6BF}" dt="2020-08-16T18:12:35.971" v="818" actId="20577"/>
          <ac:spMkLst>
            <pc:docMk/>
            <pc:sldMk cId="761635623" sldId="298"/>
            <ac:spMk id="3" creationId="{00000000-0000-0000-0000-000000000000}"/>
          </ac:spMkLst>
        </pc:spChg>
      </pc:sldChg>
      <pc:sldChg chg="modSp">
        <pc:chgData name="Dr. Deepak S Sakkari Assistant Professor( CSE)" userId="6d73bcb8-5d92-40b8-9132-40f6303b79fc" providerId="ADAL" clId="{6A6CE88C-C1CC-4F3A-B486-05240001B6BF}" dt="2020-08-16T18:13:08.143" v="858" actId="1035"/>
        <pc:sldMkLst>
          <pc:docMk/>
          <pc:sldMk cId="2659602100" sldId="299"/>
        </pc:sldMkLst>
        <pc:picChg chg="mod">
          <ac:chgData name="Dr. Deepak S Sakkari Assistant Professor( CSE)" userId="6d73bcb8-5d92-40b8-9132-40f6303b79fc" providerId="ADAL" clId="{6A6CE88C-C1CC-4F3A-B486-05240001B6BF}" dt="2020-08-16T18:13:08.143" v="858" actId="1035"/>
          <ac:picMkLst>
            <pc:docMk/>
            <pc:sldMk cId="2659602100" sldId="299"/>
            <ac:picMk id="16387" creationId="{00000000-0000-0000-0000-000000000000}"/>
          </ac:picMkLst>
        </pc:picChg>
      </pc:sldChg>
      <pc:sldChg chg="modSp">
        <pc:chgData name="Dr. Deepak S Sakkari Assistant Professor( CSE)" userId="6d73bcb8-5d92-40b8-9132-40f6303b79fc" providerId="ADAL" clId="{6A6CE88C-C1CC-4F3A-B486-05240001B6BF}" dt="2020-08-16T18:14:25.007" v="975" actId="732"/>
        <pc:sldMkLst>
          <pc:docMk/>
          <pc:sldMk cId="1639119821" sldId="300"/>
        </pc:sldMkLst>
        <pc:picChg chg="mod">
          <ac:chgData name="Dr. Deepak S Sakkari Assistant Professor( CSE)" userId="6d73bcb8-5d92-40b8-9132-40f6303b79fc" providerId="ADAL" clId="{6A6CE88C-C1CC-4F3A-B486-05240001B6BF}" dt="2020-08-16T18:14:25.007" v="975" actId="732"/>
          <ac:picMkLst>
            <pc:docMk/>
            <pc:sldMk cId="1639119821" sldId="300"/>
            <ac:picMk id="17410" creationId="{00000000-0000-0000-0000-000000000000}"/>
          </ac:picMkLst>
        </pc:picChg>
      </pc:sldChg>
      <pc:sldMasterChg chg="addSp delSp modSp mod modSldLayout">
        <pc:chgData name="Dr. Deepak S Sakkari Assistant Professor( CSE)" userId="6d73bcb8-5d92-40b8-9132-40f6303b79fc" providerId="ADAL" clId="{6A6CE88C-C1CC-4F3A-B486-05240001B6BF}" dt="2020-08-16T17:22:17.156" v="59" actId="2711"/>
        <pc:sldMasterMkLst>
          <pc:docMk/>
          <pc:sldMasterMk cId="2257922174" sldId="2147483684"/>
        </pc:sldMasterMkLst>
        <pc:spChg chg="del">
          <ac:chgData name="Dr. Deepak S Sakkari Assistant Professor( CSE)" userId="6d73bcb8-5d92-40b8-9132-40f6303b79fc" providerId="ADAL" clId="{6A6CE88C-C1CC-4F3A-B486-05240001B6BF}" dt="2020-08-16T17:18:55.997" v="14" actId="478"/>
          <ac:spMkLst>
            <pc:docMk/>
            <pc:sldMasterMk cId="2257922174" sldId="2147483684"/>
            <ac:spMk id="7" creationId="{00000000-0000-0000-0000-000000000000}"/>
          </ac:spMkLst>
        </pc:spChg>
        <pc:spChg chg="mod">
          <ac:chgData name="Dr. Deepak S Sakkari Assistant Professor( CSE)" userId="6d73bcb8-5d92-40b8-9132-40f6303b79fc" providerId="ADAL" clId="{6A6CE88C-C1CC-4F3A-B486-05240001B6BF}" dt="2020-08-16T17:22:09.695" v="58"/>
          <ac:spMkLst>
            <pc:docMk/>
            <pc:sldMasterMk cId="2257922174" sldId="2147483684"/>
            <ac:spMk id="1026" creationId="{00000000-0000-0000-0000-000000000000}"/>
          </ac:spMkLst>
        </pc:spChg>
        <pc:spChg chg="mod">
          <ac:chgData name="Dr. Deepak S Sakkari Assistant Professor( CSE)" userId="6d73bcb8-5d92-40b8-9132-40f6303b79fc" providerId="ADAL" clId="{6A6CE88C-C1CC-4F3A-B486-05240001B6BF}" dt="2020-08-16T17:22:17.156" v="59" actId="2711"/>
          <ac:spMkLst>
            <pc:docMk/>
            <pc:sldMasterMk cId="2257922174" sldId="2147483684"/>
            <ac:spMk id="1027" creationId="{00000000-0000-0000-0000-000000000000}"/>
          </ac:spMkLst>
        </pc:spChg>
        <pc:picChg chg="add">
          <ac:chgData name="Dr. Deepak S Sakkari Assistant Professor( CSE)" userId="6d73bcb8-5d92-40b8-9132-40f6303b79fc" providerId="ADAL" clId="{6A6CE88C-C1CC-4F3A-B486-05240001B6BF}" dt="2020-08-16T17:18:50.359" v="13" actId="22"/>
          <ac:picMkLst>
            <pc:docMk/>
            <pc:sldMasterMk cId="2257922174" sldId="2147483684"/>
            <ac:picMk id="2" creationId="{D556AC99-D25B-44D7-B4D4-56DFBA9A948D}"/>
          </ac:picMkLst>
        </pc:picChg>
        <pc:cxnChg chg="add mod">
          <ac:chgData name="Dr. Deepak S Sakkari Assistant Professor( CSE)" userId="6d73bcb8-5d92-40b8-9132-40f6303b79fc" providerId="ADAL" clId="{6A6CE88C-C1CC-4F3A-B486-05240001B6BF}" dt="2020-08-16T17:20:46.450" v="41" actId="692"/>
          <ac:cxnSpMkLst>
            <pc:docMk/>
            <pc:sldMasterMk cId="2257922174" sldId="2147483684"/>
            <ac:cxnSpMk id="9" creationId="{3B5F36A5-15D8-4D7C-9B1D-11E3C685F0D5}"/>
          </ac:cxnSpMkLst>
        </pc:cxnChg>
        <pc:sldLayoutChg chg="addSp modSp mod">
          <pc:chgData name="Dr. Deepak S Sakkari Assistant Professor( CSE)" userId="6d73bcb8-5d92-40b8-9132-40f6303b79fc" providerId="ADAL" clId="{6A6CE88C-C1CC-4F3A-B486-05240001B6BF}" dt="2020-08-16T17:18:26.126" v="12" actId="1036"/>
          <pc:sldLayoutMkLst>
            <pc:docMk/>
            <pc:sldMasterMk cId="2257922174" sldId="2147483684"/>
            <pc:sldLayoutMk cId="3379957623" sldId="2147483685"/>
          </pc:sldLayoutMkLst>
          <pc:picChg chg="add mod">
            <ac:chgData name="Dr. Deepak S Sakkari Assistant Professor( CSE)" userId="6d73bcb8-5d92-40b8-9132-40f6303b79fc" providerId="ADAL" clId="{6A6CE88C-C1CC-4F3A-B486-05240001B6BF}" dt="2020-08-16T17:18:26.126" v="12" actId="1036"/>
            <ac:picMkLst>
              <pc:docMk/>
              <pc:sldMasterMk cId="2257922174" sldId="2147483684"/>
              <pc:sldLayoutMk cId="3379957623" sldId="2147483685"/>
              <ac:picMk id="8" creationId="{EE652140-DF33-42B2-90EF-9E9B8553CD93}"/>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0C24494-34C8-4B85-95EC-EFB8BC02FE7F}" type="datetimeFigureOut">
              <a:rPr lang="en-US" smtClean="0"/>
              <a:t>7/22/2025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BD0F90C-8AF4-4E3E-8FFD-30D2A3D6204D}" type="slidenum">
              <a:rPr lang="en-US" smtClean="0"/>
              <a:t>‹#›</a:t>
            </a:fld>
            <a:endParaRPr lang="en-US"/>
          </a:p>
        </p:txBody>
      </p:sp>
    </p:spTree>
    <p:extLst>
      <p:ext uri="{BB962C8B-B14F-4D97-AF65-F5344CB8AC3E}">
        <p14:creationId xmlns:p14="http://schemas.microsoft.com/office/powerpoint/2010/main" val="330180529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6911B5A-781F-4560-A1CC-D59FB8C1A7F6}" type="datetimeFigureOut">
              <a:rPr lang="en-US" smtClean="0"/>
              <a:t>7/22/2025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424ADE7-A6F4-4046-A847-5DCBEEEA65FB}" type="slidenum">
              <a:rPr lang="en-US" smtClean="0"/>
              <a:t>‹#›</a:t>
            </a:fld>
            <a:endParaRPr lang="en-US"/>
          </a:p>
        </p:txBody>
      </p:sp>
    </p:spTree>
    <p:extLst>
      <p:ext uri="{BB962C8B-B14F-4D97-AF65-F5344CB8AC3E}">
        <p14:creationId xmlns:p14="http://schemas.microsoft.com/office/powerpoint/2010/main" val="26778111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24ADE7-A6F4-4046-A847-5DCBEEEA65FB}" type="slidenum">
              <a:rPr lang="en-US" smtClean="0"/>
              <a:t>1</a:t>
            </a:fld>
            <a:endParaRPr lang="en-US"/>
          </a:p>
        </p:txBody>
      </p:sp>
    </p:spTree>
    <p:extLst>
      <p:ext uri="{BB962C8B-B14F-4D97-AF65-F5344CB8AC3E}">
        <p14:creationId xmlns:p14="http://schemas.microsoft.com/office/powerpoint/2010/main" val="21879802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2961D096-7E3B-4901-842A-409E8605E423}" type="datetime1">
              <a:rPr lang="en-US" smtClean="0"/>
              <a:t>7/22/2025</a:t>
            </a:fld>
            <a:endParaRPr lang="en-US"/>
          </a:p>
        </p:txBody>
      </p:sp>
      <p:sp>
        <p:nvSpPr>
          <p:cNvPr id="5"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EE652140-DF33-42B2-90EF-9E9B8553CD9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799576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3715BC48-F514-41A9-A06B-89726FEA9A41}" type="datetime1">
              <a:rPr lang="en-US" smtClean="0"/>
              <a:t>7/22/2025</a:t>
            </a:fld>
            <a:endParaRPr lang="en-US"/>
          </a:p>
        </p:txBody>
      </p:sp>
      <p:sp>
        <p:nvSpPr>
          <p:cNvPr id="5"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52276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279382B1-A318-4E25-8B63-3F37CB0D7274}" type="datetime1">
              <a:rPr lang="en-US" smtClean="0"/>
              <a:t>7/22/2025</a:t>
            </a:fld>
            <a:endParaRPr lang="en-US"/>
          </a:p>
        </p:txBody>
      </p:sp>
      <p:sp>
        <p:nvSpPr>
          <p:cNvPr id="5"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6071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9AD08C1B-89CC-4E1C-BEAF-FABC3A03FD30}" type="datetime1">
              <a:rPr lang="en-US" smtClean="0"/>
              <a:t>7/22/2025</a:t>
            </a:fld>
            <a:endParaRPr lang="en-US"/>
          </a:p>
        </p:txBody>
      </p:sp>
      <p:sp>
        <p:nvSpPr>
          <p:cNvPr id="6"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149585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F9680425-9698-4DA0-B543-89E03CD4FF44}" type="datetime1">
              <a:rPr lang="en-US" smtClean="0"/>
              <a:t>7/22/2025</a:t>
            </a:fld>
            <a:endParaRPr lang="en-US"/>
          </a:p>
        </p:txBody>
      </p:sp>
      <p:sp>
        <p:nvSpPr>
          <p:cNvPr id="8"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9"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055612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ADDF3898-51C9-42CA-AFF7-14A768C26905}" type="datetime1">
              <a:rPr lang="en-US" smtClean="0"/>
              <a:t>7/22/2025</a:t>
            </a:fld>
            <a:endParaRPr lang="en-US"/>
          </a:p>
        </p:txBody>
      </p:sp>
      <p:sp>
        <p:nvSpPr>
          <p:cNvPr id="4"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5"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2166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7C9E076F-7826-4434-B030-EF730E273267}" type="datetime1">
              <a:rPr lang="en-US" smtClean="0"/>
              <a:t>7/22/2025</a:t>
            </a:fld>
            <a:endParaRPr lang="en-US"/>
          </a:p>
        </p:txBody>
      </p:sp>
      <p:sp>
        <p:nvSpPr>
          <p:cNvPr id="3"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4"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07572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2A09F549-E219-413D-B622-4D983791557B}" type="datetime1">
              <a:rPr lang="en-US" smtClean="0"/>
              <a:t>7/22/2025</a:t>
            </a:fld>
            <a:endParaRPr lang="en-US"/>
          </a:p>
        </p:txBody>
      </p:sp>
      <p:sp>
        <p:nvSpPr>
          <p:cNvPr id="6"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87676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58942CD6-7FAF-40A4-81AA-297C9A9B6773}" type="datetime1">
              <a:rPr lang="en-US" smtClean="0"/>
              <a:t>7/22/2025</a:t>
            </a:fld>
            <a:endParaRPr lang="en-US"/>
          </a:p>
        </p:txBody>
      </p:sp>
      <p:sp>
        <p:nvSpPr>
          <p:cNvPr id="6"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242432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66938856-79CA-49AF-934C-26554E0FC8D3}" type="datetime1">
              <a:rPr lang="en-US" smtClean="0"/>
              <a:t>7/22/2025</a:t>
            </a:fld>
            <a:endParaRPr lang="en-US"/>
          </a:p>
        </p:txBody>
      </p:sp>
      <p:sp>
        <p:nvSpPr>
          <p:cNvPr id="5"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844776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ACC4072-E3E6-4B98-A2C1-5BEC13CB7DE0}" type="datetime1">
              <a:rPr lang="en-US" smtClean="0"/>
              <a:t>7/22/2025</a:t>
            </a:fld>
            <a:endParaRPr lang="en-US"/>
          </a:p>
        </p:txBody>
      </p:sp>
      <p:sp>
        <p:nvSpPr>
          <p:cNvPr id="5" name="Footer Placeholder 4"/>
          <p:cNvSpPr>
            <a:spLocks noGrp="1"/>
          </p:cNvSpPr>
          <p:nvPr>
            <p:ph type="ftr" sz="quarter" idx="11"/>
          </p:nvPr>
        </p:nvSpPr>
        <p:spPr/>
        <p:txBody>
          <a:bodyPr/>
          <a:lstStyle>
            <a:lvl1pPr>
              <a:defRPr/>
            </a:lvl1pPr>
          </a:lstStyle>
          <a:p>
            <a:r>
              <a:rPr lang="en-US" smtClean="0"/>
              <a:t>CSE2024 NoSQL Databases</a:t>
            </a:r>
            <a:endParaRPr lang="en-US"/>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26411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306878"/>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110762"/>
            <a:ext cx="8229600" cy="4680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EE2650-6778-464F-AABC-7C744B7A5C3B}" type="datetime1">
              <a:rPr lang="en-US" smtClean="0"/>
              <a:t>7/22/2025</a:t>
            </a:fld>
            <a:endParaRPr lang="en-US"/>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CSE2024 NoSQL Databases</a:t>
            </a:r>
            <a:endParaRPr lang="en-US"/>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defRPr>
            </a:lvl1pPr>
          </a:lstStyle>
          <a:p>
            <a:fld id="{B6F15528-21DE-4FAA-801E-634DDDAF4B2B}" type="slidenum">
              <a:rPr lang="en-US" smtClean="0"/>
              <a:pPr/>
              <a:t>‹#›</a:t>
            </a:fld>
            <a:endParaRPr lang="en-US"/>
          </a:p>
        </p:txBody>
      </p:sp>
      <p:pic>
        <p:nvPicPr>
          <p:cNvPr id="2" name="Picture 1">
            <a:extLst>
              <a:ext uri="{FF2B5EF4-FFF2-40B4-BE49-F238E27FC236}">
                <a16:creationId xmlns:a16="http://schemas.microsoft.com/office/drawing/2014/main" id="{D556AC99-D25B-44D7-B4D4-56DFBA9A948D}"/>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 name="Straight Connector 8">
            <a:extLst>
              <a:ext uri="{FF2B5EF4-FFF2-40B4-BE49-F238E27FC236}">
                <a16:creationId xmlns:a16="http://schemas.microsoft.com/office/drawing/2014/main" id="{3B5F36A5-15D8-4D7C-9B1D-11E3C685F0D5}"/>
              </a:ext>
            </a:extLst>
          </p:cNvPr>
          <p:cNvCxnSpPr>
            <a:cxnSpLocks/>
          </p:cNvCxnSpPr>
          <p:nvPr userDrawn="1"/>
        </p:nvCxnSpPr>
        <p:spPr>
          <a:xfrm>
            <a:off x="72000" y="1066800"/>
            <a:ext cx="9000000" cy="0"/>
          </a:xfrm>
          <a:prstGeom prst="line">
            <a:avLst/>
          </a:prstGeom>
          <a:ln w="50800" cmpd="thinThick">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92217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rtl="0" eaLnBrk="1" fontAlgn="base" hangingPunct="1">
        <a:spcBef>
          <a:spcPct val="0"/>
        </a:spcBef>
        <a:spcAft>
          <a:spcPct val="0"/>
        </a:spcAft>
        <a:defRPr sz="2800" b="1" kern="1200">
          <a:solidFill>
            <a:schemeClr val="tx1"/>
          </a:solidFill>
          <a:latin typeface="Bookman Old Style" panose="02050604050505020204" pitchFamily="18" charset="0"/>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brainkart.com/subject/Web-Technology_169/"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46.jp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7.jp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6E4517-6C23-48B3-9024-02BD16E6294C}"/>
              </a:ext>
            </a:extLst>
          </p:cNvPr>
          <p:cNvPicPr>
            <a:picLocks noChangeAspect="1"/>
          </p:cNvPicPr>
          <p:nvPr/>
        </p:nvPicPr>
        <p:blipFill>
          <a:blip r:embed="rId3"/>
          <a:stretch>
            <a:fillRect/>
          </a:stretch>
        </p:blipFill>
        <p:spPr>
          <a:xfrm>
            <a:off x="0" y="0"/>
            <a:ext cx="9144000" cy="6858000"/>
          </a:xfrm>
          <a:prstGeom prst="rect">
            <a:avLst/>
          </a:prstGeom>
        </p:spPr>
      </p:pic>
      <p:pic>
        <p:nvPicPr>
          <p:cNvPr id="7" name="Graphic 6">
            <a:extLst>
              <a:ext uri="{FF2B5EF4-FFF2-40B4-BE49-F238E27FC236}">
                <a16:creationId xmlns:a16="http://schemas.microsoft.com/office/drawing/2014/main" id="{D99F73C4-29F8-4839-BE55-95316471138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xmlns="" r:embed="rId5"/>
              </a:ext>
            </a:extLst>
          </a:blip>
          <a:stretch>
            <a:fillRect/>
          </a:stretch>
        </p:blipFill>
        <p:spPr>
          <a:xfrm>
            <a:off x="682460" y="0"/>
            <a:ext cx="7779079" cy="1309350"/>
          </a:xfrm>
          <a:prstGeom prst="rect">
            <a:avLst/>
          </a:prstGeom>
        </p:spPr>
      </p:pic>
      <p:sp>
        <p:nvSpPr>
          <p:cNvPr id="9" name="Title 1">
            <a:extLst>
              <a:ext uri="{FF2B5EF4-FFF2-40B4-BE49-F238E27FC236}">
                <a16:creationId xmlns:a16="http://schemas.microsoft.com/office/drawing/2014/main" id="{95994CEF-AC9F-45F1-B856-7E13245F08BF}"/>
              </a:ext>
            </a:extLst>
          </p:cNvPr>
          <p:cNvSpPr txBox="1">
            <a:spLocks/>
          </p:cNvSpPr>
          <p:nvPr/>
        </p:nvSpPr>
        <p:spPr bwMode="auto">
          <a:xfrm>
            <a:off x="0" y="1329546"/>
            <a:ext cx="9144000" cy="1219200"/>
          </a:xfrm>
          <a:prstGeom prst="rect">
            <a:avLst/>
          </a:prstGeom>
          <a:noFill/>
          <a:ln w="12700">
            <a:noFill/>
            <a:miter lim="800000"/>
            <a:headEnd/>
            <a:tailEnd/>
          </a:ln>
        </p:spPr>
        <p:txBody>
          <a:bodyPr vert="horz" wrap="none" lIns="63500" tIns="25400" rIns="63500" bIns="25400" numCol="1" anchor="t" anchorCtr="0" compatLnSpc="1">
            <a:prstTxWarp prst="textNoShape">
              <a:avLst/>
            </a:prstTxWarp>
            <a:noAutofit/>
          </a:bodyPr>
          <a:lstStyle>
            <a:defPPr>
              <a:defRPr lang="en-US"/>
            </a:defPPr>
            <a:lvl1pPr algn="ctr" eaLnBrk="0" fontAlgn="base" hangingPunct="0">
              <a:lnSpc>
                <a:spcPct val="120000"/>
              </a:lnSpc>
              <a:spcBef>
                <a:spcPct val="0"/>
              </a:spcBef>
              <a:spcAft>
                <a:spcPct val="0"/>
              </a:spcAft>
              <a:defRPr sz="2400" b="1">
                <a:latin typeface="Bookman Old Style" panose="02050604050505020204" pitchFamily="18" charset="0"/>
                <a:ea typeface="+mj-ea"/>
                <a:cs typeface="+mj-cs"/>
              </a:defRPr>
            </a:lvl1pPr>
            <a:lvl2pPr eaLnBrk="0" fontAlgn="base" hangingPunct="0">
              <a:lnSpc>
                <a:spcPct val="87000"/>
              </a:lnSpc>
              <a:spcBef>
                <a:spcPct val="0"/>
              </a:spcBef>
              <a:spcAft>
                <a:spcPct val="0"/>
              </a:spcAft>
              <a:defRPr b="1">
                <a:solidFill>
                  <a:schemeClr val="tx2"/>
                </a:solidFill>
                <a:latin typeface="Arial" charset="0"/>
              </a:defRPr>
            </a:lvl2pPr>
            <a:lvl3pPr eaLnBrk="0" fontAlgn="base" hangingPunct="0">
              <a:lnSpc>
                <a:spcPct val="87000"/>
              </a:lnSpc>
              <a:spcBef>
                <a:spcPct val="0"/>
              </a:spcBef>
              <a:spcAft>
                <a:spcPct val="0"/>
              </a:spcAft>
              <a:defRPr b="1">
                <a:solidFill>
                  <a:schemeClr val="tx2"/>
                </a:solidFill>
                <a:latin typeface="Arial" charset="0"/>
              </a:defRPr>
            </a:lvl3pPr>
            <a:lvl4pPr eaLnBrk="0" fontAlgn="base" hangingPunct="0">
              <a:lnSpc>
                <a:spcPct val="87000"/>
              </a:lnSpc>
              <a:spcBef>
                <a:spcPct val="0"/>
              </a:spcBef>
              <a:spcAft>
                <a:spcPct val="0"/>
              </a:spcAft>
              <a:defRPr b="1">
                <a:solidFill>
                  <a:schemeClr val="tx2"/>
                </a:solidFill>
                <a:latin typeface="Arial" charset="0"/>
              </a:defRPr>
            </a:lvl4pPr>
            <a:lvl5pPr eaLnBrk="0" fontAlgn="base" hangingPunct="0">
              <a:lnSpc>
                <a:spcPct val="87000"/>
              </a:lnSpc>
              <a:spcBef>
                <a:spcPct val="0"/>
              </a:spcBef>
              <a:spcAft>
                <a:spcPct val="0"/>
              </a:spcAft>
              <a:defRPr b="1">
                <a:solidFill>
                  <a:schemeClr val="tx2"/>
                </a:solidFill>
                <a:latin typeface="Arial" charset="0"/>
              </a:defRPr>
            </a:lvl5pPr>
            <a:lvl6pPr marL="342900" eaLnBrk="0" fontAlgn="base" hangingPunct="0">
              <a:lnSpc>
                <a:spcPct val="87000"/>
              </a:lnSpc>
              <a:spcBef>
                <a:spcPct val="0"/>
              </a:spcBef>
              <a:spcAft>
                <a:spcPct val="0"/>
              </a:spcAft>
              <a:defRPr b="1">
                <a:solidFill>
                  <a:schemeClr val="tx2"/>
                </a:solidFill>
                <a:latin typeface="Arial" charset="0"/>
              </a:defRPr>
            </a:lvl6pPr>
            <a:lvl7pPr marL="685800" eaLnBrk="0" fontAlgn="base" hangingPunct="0">
              <a:lnSpc>
                <a:spcPct val="87000"/>
              </a:lnSpc>
              <a:spcBef>
                <a:spcPct val="0"/>
              </a:spcBef>
              <a:spcAft>
                <a:spcPct val="0"/>
              </a:spcAft>
              <a:defRPr b="1">
                <a:solidFill>
                  <a:schemeClr val="tx2"/>
                </a:solidFill>
                <a:latin typeface="Arial" charset="0"/>
              </a:defRPr>
            </a:lvl7pPr>
            <a:lvl8pPr marL="1028700" eaLnBrk="0" fontAlgn="base" hangingPunct="0">
              <a:lnSpc>
                <a:spcPct val="87000"/>
              </a:lnSpc>
              <a:spcBef>
                <a:spcPct val="0"/>
              </a:spcBef>
              <a:spcAft>
                <a:spcPct val="0"/>
              </a:spcAft>
              <a:defRPr b="1">
                <a:solidFill>
                  <a:schemeClr val="tx2"/>
                </a:solidFill>
                <a:latin typeface="Arial" charset="0"/>
              </a:defRPr>
            </a:lvl8pPr>
            <a:lvl9pPr marL="1371600" eaLnBrk="0" fontAlgn="base" hangingPunct="0">
              <a:lnSpc>
                <a:spcPct val="87000"/>
              </a:lnSpc>
              <a:spcBef>
                <a:spcPct val="0"/>
              </a:spcBef>
              <a:spcAft>
                <a:spcPct val="0"/>
              </a:spcAft>
              <a:defRPr b="1">
                <a:solidFill>
                  <a:schemeClr val="tx2"/>
                </a:solidFill>
                <a:latin typeface="Arial" charset="0"/>
              </a:defRPr>
            </a:lvl9pPr>
          </a:lstStyle>
          <a:p>
            <a:r>
              <a:rPr lang="en-IN" sz="2800" dirty="0" smtClean="0"/>
              <a:t>NoSQL </a:t>
            </a:r>
            <a:r>
              <a:rPr lang="en-IN" sz="2800" dirty="0" smtClean="0"/>
              <a:t>Data Management</a:t>
            </a:r>
            <a:endParaRPr lang="en-IN" sz="2800" dirty="0">
              <a:hlinkClick r:id="rId6">
                <a:extLst>
                  <a:ext uri="{A12FA001-AC4F-418D-AE19-62706E023703}">
                    <ahyp:hlinkClr xmlns:ahyp="http://schemas.microsoft.com/office/drawing/2018/hyperlinkcolor" xmlns="" val="tx"/>
                  </a:ext>
                </a:extLst>
              </a:hlinkClick>
            </a:endParaRPr>
          </a:p>
          <a:p>
            <a:r>
              <a:rPr lang="en-IN" dirty="0"/>
              <a:t/>
            </a:r>
            <a:br>
              <a:rPr lang="en-IN" dirty="0"/>
            </a:br>
            <a:endParaRPr lang="en-IN" dirty="0"/>
          </a:p>
        </p:txBody>
      </p:sp>
      <p:sp>
        <p:nvSpPr>
          <p:cNvPr id="11" name="Subtitle 2">
            <a:extLst>
              <a:ext uri="{FF2B5EF4-FFF2-40B4-BE49-F238E27FC236}">
                <a16:creationId xmlns:a16="http://schemas.microsoft.com/office/drawing/2014/main" id="{767D772C-CE7C-4E6F-8FFF-BDAD62483336}"/>
              </a:ext>
            </a:extLst>
          </p:cNvPr>
          <p:cNvSpPr txBox="1">
            <a:spLocks/>
          </p:cNvSpPr>
          <p:nvPr/>
        </p:nvSpPr>
        <p:spPr bwMode="auto">
          <a:xfrm>
            <a:off x="706474" y="5613718"/>
            <a:ext cx="7772400" cy="899624"/>
          </a:xfrm>
          <a:prstGeom prst="rect">
            <a:avLst/>
          </a:prstGeom>
          <a:noFill/>
          <a:ln w="12700">
            <a:noFill/>
            <a:miter lim="800000"/>
            <a:headEnd/>
            <a:tailEnd/>
          </a:ln>
        </p:spPr>
        <p:txBody>
          <a:bodyPr vert="horz" wrap="square" lIns="63500" tIns="25400" rIns="63500" bIns="25400" numCol="1" anchor="t" anchorCtr="0" compatLnSpc="1">
            <a:prstTxWarp prst="textNoShape">
              <a:avLst/>
            </a:prstTxWarp>
            <a:normAutofit fontScale="92500" lnSpcReduction="20000"/>
          </a:bodyPr>
          <a:lstStyle>
            <a:lvl1pPr marL="152400" indent="-152400" algn="l" rtl="0" eaLnBrk="0" fontAlgn="base" hangingPunct="0">
              <a:lnSpc>
                <a:spcPct val="75000"/>
              </a:lnSpc>
              <a:spcBef>
                <a:spcPct val="65000"/>
              </a:spcBef>
              <a:spcAft>
                <a:spcPct val="0"/>
              </a:spcAft>
              <a:buSzPct val="100000"/>
              <a:buFont typeface="Arial" charset="0"/>
              <a:buChar char="•"/>
              <a:defRPr sz="1800" b="1">
                <a:solidFill>
                  <a:schemeClr val="tx1"/>
                </a:solidFill>
                <a:latin typeface="Bookman Old Style" panose="02050604050505020204" pitchFamily="18" charset="0"/>
                <a:ea typeface="+mn-ea"/>
                <a:cs typeface="+mn-cs"/>
              </a:defRPr>
            </a:lvl1pPr>
            <a:lvl2pPr marL="514350" indent="-142875" algn="l" rtl="0" eaLnBrk="0" fontAlgn="base" hangingPunct="0">
              <a:lnSpc>
                <a:spcPct val="85000"/>
              </a:lnSpc>
              <a:spcBef>
                <a:spcPct val="40000"/>
              </a:spcBef>
              <a:spcAft>
                <a:spcPct val="0"/>
              </a:spcAft>
              <a:buSzPct val="100000"/>
              <a:buFont typeface="Courier New" pitchFamily="49" charset="0"/>
              <a:buChar char="o"/>
              <a:defRPr sz="1800" b="1">
                <a:solidFill>
                  <a:schemeClr val="tx1"/>
                </a:solidFill>
                <a:latin typeface="Bookman Old Style" panose="02050604050505020204" pitchFamily="18" charset="0"/>
              </a:defRPr>
            </a:lvl2pPr>
            <a:lvl3pPr marL="942975" indent="-257175" algn="l" rtl="0" eaLnBrk="0" fontAlgn="base" hangingPunct="0">
              <a:lnSpc>
                <a:spcPct val="85000"/>
              </a:lnSpc>
              <a:spcBef>
                <a:spcPct val="40000"/>
              </a:spcBef>
              <a:spcAft>
                <a:spcPct val="0"/>
              </a:spcAft>
              <a:buSzPct val="100000"/>
              <a:buFont typeface="Wingdings" pitchFamily="2" charset="2"/>
              <a:buChar char="Ø"/>
              <a:defRPr sz="1800" b="1">
                <a:solidFill>
                  <a:schemeClr val="tx1"/>
                </a:solidFill>
                <a:latin typeface="Bookman Old Style" panose="02050604050505020204" pitchFamily="18" charset="0"/>
              </a:defRPr>
            </a:lvl3pPr>
            <a:lvl4pPr marL="12858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4pPr>
            <a:lvl5pPr marL="16287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5pPr>
            <a:lvl6pPr marL="1971675" indent="-257175" algn="l" rtl="0" fontAlgn="base">
              <a:spcBef>
                <a:spcPct val="20000"/>
              </a:spcBef>
              <a:spcAft>
                <a:spcPct val="0"/>
              </a:spcAft>
              <a:buChar char="»"/>
              <a:defRPr sz="1500">
                <a:solidFill>
                  <a:schemeClr val="tx1"/>
                </a:solidFill>
                <a:latin typeface="Times New Roman" charset="0"/>
              </a:defRPr>
            </a:lvl6pPr>
            <a:lvl7pPr marL="2314575" indent="-257175" algn="l" rtl="0" fontAlgn="base">
              <a:spcBef>
                <a:spcPct val="20000"/>
              </a:spcBef>
              <a:spcAft>
                <a:spcPct val="0"/>
              </a:spcAft>
              <a:buChar char="»"/>
              <a:defRPr sz="1500">
                <a:solidFill>
                  <a:schemeClr val="tx1"/>
                </a:solidFill>
                <a:latin typeface="Times New Roman" charset="0"/>
              </a:defRPr>
            </a:lvl7pPr>
            <a:lvl8pPr marL="2657475" indent="-257175" algn="l" rtl="0" fontAlgn="base">
              <a:spcBef>
                <a:spcPct val="20000"/>
              </a:spcBef>
              <a:spcAft>
                <a:spcPct val="0"/>
              </a:spcAft>
              <a:buChar char="»"/>
              <a:defRPr sz="1500">
                <a:solidFill>
                  <a:schemeClr val="tx1"/>
                </a:solidFill>
                <a:latin typeface="Times New Roman" charset="0"/>
              </a:defRPr>
            </a:lvl8pPr>
            <a:lvl9pPr marL="3000375" indent="-257175" algn="l" rtl="0" fontAlgn="base">
              <a:spcBef>
                <a:spcPct val="20000"/>
              </a:spcBef>
              <a:spcAft>
                <a:spcPct val="0"/>
              </a:spcAft>
              <a:buChar char="»"/>
              <a:defRPr sz="1500">
                <a:solidFill>
                  <a:schemeClr val="tx1"/>
                </a:solidFill>
                <a:latin typeface="Times New Roman" charset="0"/>
              </a:defRPr>
            </a:lvl9pPr>
          </a:lstStyle>
          <a:p>
            <a:pPr marL="0" indent="0" algn="ctr">
              <a:lnSpc>
                <a:spcPct val="120000"/>
              </a:lnSpc>
              <a:spcBef>
                <a:spcPts val="0"/>
              </a:spcBef>
              <a:buNone/>
            </a:pPr>
            <a:r>
              <a:rPr lang="en-IN" sz="2000" kern="0" dirty="0"/>
              <a:t>Department of Computer Science Engineering</a:t>
            </a:r>
          </a:p>
          <a:p>
            <a:pPr marL="0" indent="0" algn="ctr">
              <a:lnSpc>
                <a:spcPct val="120000"/>
              </a:lnSpc>
              <a:spcBef>
                <a:spcPts val="0"/>
              </a:spcBef>
              <a:buNone/>
            </a:pPr>
            <a:r>
              <a:rPr lang="en-IN" sz="3600" kern="0" dirty="0"/>
              <a:t>School of Engineering</a:t>
            </a:r>
          </a:p>
        </p:txBody>
      </p:sp>
    </p:spTree>
    <p:extLst>
      <p:ext uri="{BB962C8B-B14F-4D97-AF65-F5344CB8AC3E}">
        <p14:creationId xmlns:p14="http://schemas.microsoft.com/office/powerpoint/2010/main" val="34709109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Module 3 : </a:t>
            </a:r>
            <a:r>
              <a:rPr lang="en-IN" dirty="0" smtClean="0"/>
              <a:t>Document Data Model </a:t>
            </a:r>
            <a:r>
              <a:rPr lang="en-IN" dirty="0"/>
              <a:t>Hands on: Mongo DB / Casandra</a:t>
            </a:r>
          </a:p>
        </p:txBody>
      </p:sp>
      <p:sp>
        <p:nvSpPr>
          <p:cNvPr id="3" name="Content Placeholder 2"/>
          <p:cNvSpPr>
            <a:spLocks noGrp="1"/>
          </p:cNvSpPr>
          <p:nvPr>
            <p:ph idx="1"/>
          </p:nvPr>
        </p:nvSpPr>
        <p:spPr>
          <a:xfrm>
            <a:off x="457200" y="1110762"/>
            <a:ext cx="8229600" cy="4909038"/>
          </a:xfrm>
        </p:spPr>
        <p:txBody>
          <a:bodyPr/>
          <a:lstStyle/>
          <a:p>
            <a:pPr algn="just">
              <a:lnSpc>
                <a:spcPct val="250000"/>
              </a:lnSpc>
            </a:pPr>
            <a:r>
              <a:rPr lang="en-GB" sz="1800" dirty="0"/>
              <a:t>Topics: Install, Perform CRUD (create, read, update and delete) Operations, </a:t>
            </a:r>
            <a:r>
              <a:rPr lang="en-GB" sz="1800" dirty="0" smtClean="0"/>
              <a:t>Aggregation, </a:t>
            </a:r>
            <a:r>
              <a:rPr lang="en-GB" sz="1800" dirty="0"/>
              <a:t>Data Models, Transactions, Indexes, Security, </a:t>
            </a:r>
            <a:r>
              <a:rPr lang="en-GB" sz="1800" dirty="0" smtClean="0"/>
              <a:t>Replication, </a:t>
            </a:r>
            <a:r>
              <a:rPr lang="en-GB" sz="1800" dirty="0"/>
              <a:t>and </a:t>
            </a:r>
            <a:r>
              <a:rPr lang="en-GB" sz="1800" dirty="0" err="1"/>
              <a:t>Sharding</a:t>
            </a:r>
            <a:r>
              <a:rPr lang="en-GB" sz="1800" dirty="0"/>
              <a:t>.</a:t>
            </a:r>
            <a:r>
              <a:rPr lang="en-IN" sz="1800" dirty="0" smtClean="0"/>
              <a:t>		</a:t>
            </a:r>
          </a:p>
          <a:p>
            <a:pPr algn="just">
              <a:lnSpc>
                <a:spcPct val="250000"/>
              </a:lnSpc>
            </a:pPr>
            <a:endParaRPr lang="en-IN" sz="1800" dirty="0"/>
          </a:p>
          <a:p>
            <a:pPr marL="0" indent="0" algn="r">
              <a:lnSpc>
                <a:spcPct val="250000"/>
              </a:lnSpc>
              <a:buNone/>
            </a:pPr>
            <a:r>
              <a:rPr lang="en-IN" sz="1800" dirty="0" smtClean="0"/>
              <a:t>[7 Hrs.]  [Application]</a:t>
            </a:r>
            <a:endParaRPr lang="en-IN" sz="1800" dirty="0"/>
          </a:p>
        </p:txBody>
      </p:sp>
      <p:sp>
        <p:nvSpPr>
          <p:cNvPr id="4" name="Footer Placeholder 3"/>
          <p:cNvSpPr>
            <a:spLocks noGrp="1"/>
          </p:cNvSpPr>
          <p:nvPr>
            <p:ph type="ftr" sz="quarter" idx="11"/>
          </p:nvPr>
        </p:nvSpPr>
        <p:spPr/>
        <p:txBody>
          <a:bodyPr/>
          <a:lstStyle/>
          <a:p>
            <a:r>
              <a:rPr lang="en-US" dirty="0"/>
              <a:t>CSE3513 NoSQL Data Management</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2</a:t>
            </a:fld>
            <a:endParaRPr lang="en-US"/>
          </a:p>
        </p:txBody>
      </p:sp>
    </p:spTree>
    <p:extLst>
      <p:ext uri="{BB962C8B-B14F-4D97-AF65-F5344CB8AC3E}">
        <p14:creationId xmlns:p14="http://schemas.microsoft.com/office/powerpoint/2010/main" val="20972649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4745" y="1108364"/>
            <a:ext cx="8763000" cy="1107996"/>
          </a:xfrm>
          <a:prstGeom prst="rect">
            <a:avLst/>
          </a:prstGeom>
          <a:noFill/>
        </p:spPr>
        <p:txBody>
          <a:bodyPr wrap="square" rtlCol="0">
            <a:spAutoFit/>
          </a:bodyPr>
          <a:lstStyle/>
          <a:p>
            <a:pPr algn="just"/>
            <a:endParaRPr lang="en-GB" sz="2200" dirty="0"/>
          </a:p>
          <a:p>
            <a:pPr marL="342900" indent="-342900" algn="just">
              <a:buFont typeface="Arial" panose="020B0604020202020204" pitchFamily="34" charset="0"/>
              <a:buChar char="•"/>
            </a:pPr>
            <a:endParaRPr lang="en-GB" sz="2200" dirty="0"/>
          </a:p>
          <a:p>
            <a:pPr marL="342900" indent="-342900" algn="just">
              <a:buFont typeface="Arial" panose="020B0604020202020204" pitchFamily="34" charset="0"/>
              <a:buChar char="•"/>
            </a:pPr>
            <a:endParaRPr lang="en-GB" sz="2200" dirty="0" smtClean="0"/>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a:t>
            </a:fld>
            <a:endParaRPr lang="en-US"/>
          </a:p>
        </p:txBody>
      </p:sp>
      <p:sp>
        <p:nvSpPr>
          <p:cNvPr id="5" name="TextBox 4"/>
          <p:cNvSpPr txBox="1"/>
          <p:nvPr/>
        </p:nvSpPr>
        <p:spPr>
          <a:xfrm>
            <a:off x="381000" y="320467"/>
            <a:ext cx="5889009" cy="523220"/>
          </a:xfrm>
          <a:prstGeom prst="rect">
            <a:avLst/>
          </a:prstGeom>
          <a:noFill/>
        </p:spPr>
        <p:txBody>
          <a:bodyPr wrap="square" rtlCol="0">
            <a:spAutoFit/>
          </a:bodyPr>
          <a:lstStyle/>
          <a:p>
            <a:r>
              <a:rPr lang="en-GB" sz="2800" b="1" dirty="0" smtClean="0"/>
              <a:t>Introduction </a:t>
            </a:r>
            <a:endParaRPr lang="en-IN" sz="2800" b="1" dirty="0"/>
          </a:p>
        </p:txBody>
      </p:sp>
      <p:sp>
        <p:nvSpPr>
          <p:cNvPr id="7" name="TextBox 6">
            <a:extLst>
              <a:ext uri="{FF2B5EF4-FFF2-40B4-BE49-F238E27FC236}">
                <a16:creationId xmlns:a16="http://schemas.microsoft.com/office/drawing/2014/main" id="{FB3A774B-F5C6-4696-A0C3-5761C26215AC}"/>
              </a:ext>
            </a:extLst>
          </p:cNvPr>
          <p:cNvSpPr txBox="1"/>
          <p:nvPr/>
        </p:nvSpPr>
        <p:spPr>
          <a:xfrm>
            <a:off x="613667" y="1742373"/>
            <a:ext cx="7186802" cy="2862322"/>
          </a:xfrm>
          <a:prstGeom prst="rect">
            <a:avLst/>
          </a:prstGeom>
          <a:noFill/>
        </p:spPr>
        <p:txBody>
          <a:bodyPr wrap="square">
            <a:spAutoFit/>
          </a:bodyPr>
          <a:lstStyle/>
          <a:p>
            <a:pPr marL="285750" indent="-285750" algn="just">
              <a:lnSpc>
                <a:spcPct val="200000"/>
              </a:lnSpc>
              <a:buFont typeface="Wingdings" panose="05000000000000000000" pitchFamily="2" charset="2"/>
              <a:buChar char="ü"/>
              <a:defRPr/>
            </a:pPr>
            <a:r>
              <a:rPr lang="en-US" sz="1800" dirty="0">
                <a:solidFill>
                  <a:srgbClr val="222222"/>
                </a:solidFill>
                <a:latin typeface="Constantia" panose="02030602050306030303" pitchFamily="18" charset="0"/>
              </a:rPr>
              <a:t> </a:t>
            </a:r>
            <a:r>
              <a:rPr lang="en-US" sz="1800" b="1" dirty="0">
                <a:solidFill>
                  <a:srgbClr val="222222"/>
                </a:solidFill>
                <a:latin typeface="Constantia" panose="02030602050306030303" pitchFamily="18" charset="0"/>
              </a:rPr>
              <a:t>NoSQL</a:t>
            </a:r>
            <a:r>
              <a:rPr lang="en-US" sz="1800" dirty="0">
                <a:solidFill>
                  <a:srgbClr val="222222"/>
                </a:solidFill>
                <a:latin typeface="Constantia" panose="02030602050306030303" pitchFamily="18" charset="0"/>
              </a:rPr>
              <a:t> (often interpreted as Not only SQL) database</a:t>
            </a:r>
          </a:p>
          <a:p>
            <a:pPr algn="just">
              <a:lnSpc>
                <a:spcPct val="200000"/>
              </a:lnSpc>
              <a:defRPr/>
            </a:pPr>
            <a:endParaRPr lang="en-US" sz="1800" dirty="0">
              <a:solidFill>
                <a:srgbClr val="222222"/>
              </a:solidFill>
              <a:latin typeface="Constantia" panose="02030602050306030303" pitchFamily="18" charset="0"/>
            </a:endParaRPr>
          </a:p>
          <a:p>
            <a:pPr marL="285750" indent="-285750" algn="just">
              <a:lnSpc>
                <a:spcPct val="200000"/>
              </a:lnSpc>
              <a:buFont typeface="Wingdings" panose="05000000000000000000" pitchFamily="2" charset="2"/>
              <a:buChar char="ü"/>
              <a:defRPr/>
            </a:pPr>
            <a:r>
              <a:rPr lang="en-US" sz="1800" dirty="0" smtClean="0">
                <a:solidFill>
                  <a:srgbClr val="222222"/>
                </a:solidFill>
                <a:latin typeface="Constantia" panose="02030602050306030303" pitchFamily="18" charset="0"/>
              </a:rPr>
              <a:t>It provides </a:t>
            </a:r>
            <a:r>
              <a:rPr lang="en-US" sz="1800" dirty="0">
                <a:solidFill>
                  <a:srgbClr val="222222"/>
                </a:solidFill>
                <a:latin typeface="Constantia" panose="02030602050306030303" pitchFamily="18" charset="0"/>
              </a:rPr>
              <a:t>a </a:t>
            </a:r>
            <a:r>
              <a:rPr lang="en-US" sz="1800" b="1" dirty="0">
                <a:solidFill>
                  <a:srgbClr val="222222"/>
                </a:solidFill>
                <a:latin typeface="Constantia" panose="02030602050306030303" pitchFamily="18" charset="0"/>
              </a:rPr>
              <a:t>mechanism for </a:t>
            </a:r>
            <a:r>
              <a:rPr lang="en-US" sz="1800" b="1" dirty="0" smtClean="0">
                <a:solidFill>
                  <a:srgbClr val="222222"/>
                </a:solidFill>
                <a:latin typeface="Constantia" panose="02030602050306030303" pitchFamily="18" charset="0"/>
              </a:rPr>
              <a:t>the storage </a:t>
            </a:r>
            <a:r>
              <a:rPr lang="en-US" sz="1800" b="1" dirty="0">
                <a:solidFill>
                  <a:srgbClr val="222222"/>
                </a:solidFill>
                <a:latin typeface="Constantia" panose="02030602050306030303" pitchFamily="18" charset="0"/>
              </a:rPr>
              <a:t>and retrieval of data </a:t>
            </a:r>
            <a:r>
              <a:rPr lang="en-US" sz="1800" dirty="0">
                <a:solidFill>
                  <a:srgbClr val="222222"/>
                </a:solidFill>
                <a:latin typeface="Constantia" panose="02030602050306030303" pitchFamily="18" charset="0"/>
              </a:rPr>
              <a:t>that is modeled in means other than the tabular relations used in relational databases.</a:t>
            </a:r>
          </a:p>
        </p:txBody>
      </p:sp>
    </p:spTree>
    <p:extLst>
      <p:ext uri="{BB962C8B-B14F-4D97-AF65-F5344CB8AC3E}">
        <p14:creationId xmlns:p14="http://schemas.microsoft.com/office/powerpoint/2010/main" val="338368211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96931"/>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US" sz="2000" b="1"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SQL Vs NoSQL</a:t>
            </a:r>
            <a:endParaRPr lang="en-IN" sz="2400" b="1" dirty="0"/>
          </a:p>
        </p:txBody>
      </p:sp>
      <p:pic>
        <p:nvPicPr>
          <p:cNvPr id="6" name="Picture 5"/>
          <p:cNvPicPr>
            <a:picLocks noChangeAspect="1"/>
          </p:cNvPicPr>
          <p:nvPr/>
        </p:nvPicPr>
        <p:blipFill>
          <a:blip r:embed="rId2"/>
          <a:stretch>
            <a:fillRect/>
          </a:stretch>
        </p:blipFill>
        <p:spPr>
          <a:xfrm>
            <a:off x="330957" y="1371600"/>
            <a:ext cx="8584443" cy="3581400"/>
          </a:xfrm>
          <a:prstGeom prst="rect">
            <a:avLst/>
          </a:prstGeom>
        </p:spPr>
      </p:pic>
    </p:spTree>
    <p:extLst>
      <p:ext uri="{BB962C8B-B14F-4D97-AF65-F5344CB8AC3E}">
        <p14:creationId xmlns:p14="http://schemas.microsoft.com/office/powerpoint/2010/main" val="191011265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219200"/>
            <a:ext cx="8584442" cy="496931"/>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US" sz="2000" b="1"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SQL Vs NoSQL (Cont’d…)</a:t>
            </a:r>
            <a:endParaRPr lang="en-IN" sz="2400" b="1" dirty="0"/>
          </a:p>
        </p:txBody>
      </p:sp>
      <p:pic>
        <p:nvPicPr>
          <p:cNvPr id="8" name="Picture 7">
            <a:extLst>
              <a:ext uri="{FF2B5EF4-FFF2-40B4-BE49-F238E27FC236}">
                <a16:creationId xmlns:a16="http://schemas.microsoft.com/office/drawing/2014/main" id="{3855B3EA-FBF7-4AA9-86DC-DB663109B202}"/>
              </a:ext>
            </a:extLst>
          </p:cNvPr>
          <p:cNvPicPr>
            <a:picLocks noChangeAspect="1"/>
          </p:cNvPicPr>
          <p:nvPr/>
        </p:nvPicPr>
        <p:blipFill>
          <a:blip r:embed="rId2"/>
          <a:stretch>
            <a:fillRect/>
          </a:stretch>
        </p:blipFill>
        <p:spPr>
          <a:xfrm>
            <a:off x="554704" y="1219200"/>
            <a:ext cx="8034592" cy="2811904"/>
          </a:xfrm>
          <a:prstGeom prst="rect">
            <a:avLst/>
          </a:prstGeom>
        </p:spPr>
      </p:pic>
      <p:pic>
        <p:nvPicPr>
          <p:cNvPr id="10" name="Picture 9">
            <a:extLst>
              <a:ext uri="{FF2B5EF4-FFF2-40B4-BE49-F238E27FC236}">
                <a16:creationId xmlns:a16="http://schemas.microsoft.com/office/drawing/2014/main" id="{9CECC1B9-A676-4F2E-82C6-7B972DB83ECE}"/>
              </a:ext>
            </a:extLst>
          </p:cNvPr>
          <p:cNvPicPr>
            <a:picLocks noChangeAspect="1"/>
          </p:cNvPicPr>
          <p:nvPr/>
        </p:nvPicPr>
        <p:blipFill>
          <a:blip r:embed="rId3"/>
          <a:stretch>
            <a:fillRect/>
          </a:stretch>
        </p:blipFill>
        <p:spPr>
          <a:xfrm>
            <a:off x="554704" y="4003395"/>
            <a:ext cx="3106524" cy="1822494"/>
          </a:xfrm>
          <a:prstGeom prst="rect">
            <a:avLst/>
          </a:prstGeom>
        </p:spPr>
      </p:pic>
      <p:pic>
        <p:nvPicPr>
          <p:cNvPr id="11" name="Picture 10">
            <a:extLst>
              <a:ext uri="{FF2B5EF4-FFF2-40B4-BE49-F238E27FC236}">
                <a16:creationId xmlns:a16="http://schemas.microsoft.com/office/drawing/2014/main" id="{569A0CD2-91AF-4E4C-BF9F-18226ACF4F2C}"/>
              </a:ext>
            </a:extLst>
          </p:cNvPr>
          <p:cNvPicPr>
            <a:picLocks noChangeAspect="1"/>
          </p:cNvPicPr>
          <p:nvPr/>
        </p:nvPicPr>
        <p:blipFill>
          <a:blip r:embed="rId4"/>
          <a:stretch>
            <a:fillRect/>
          </a:stretch>
        </p:blipFill>
        <p:spPr>
          <a:xfrm>
            <a:off x="5688799" y="4244329"/>
            <a:ext cx="3226601" cy="1822494"/>
          </a:xfrm>
          <a:prstGeom prst="rect">
            <a:avLst/>
          </a:prstGeom>
        </p:spPr>
      </p:pic>
    </p:spTree>
    <p:extLst>
      <p:ext uri="{BB962C8B-B14F-4D97-AF65-F5344CB8AC3E}">
        <p14:creationId xmlns:p14="http://schemas.microsoft.com/office/powerpoint/2010/main" val="259185164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938992"/>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6</a:t>
            </a:fld>
            <a:endParaRPr lang="en-US"/>
          </a:p>
        </p:txBody>
      </p:sp>
      <p:sp>
        <p:nvSpPr>
          <p:cNvPr id="5" name="TextBox 4"/>
          <p:cNvSpPr txBox="1"/>
          <p:nvPr/>
        </p:nvSpPr>
        <p:spPr>
          <a:xfrm>
            <a:off x="203578" y="373120"/>
            <a:ext cx="6425821" cy="461665"/>
          </a:xfrm>
          <a:prstGeom prst="rect">
            <a:avLst/>
          </a:prstGeom>
          <a:noFill/>
        </p:spPr>
        <p:txBody>
          <a:bodyPr wrap="square" rtlCol="0">
            <a:spAutoFit/>
          </a:bodyPr>
          <a:lstStyle/>
          <a:p>
            <a:r>
              <a:rPr lang="en-GB" sz="2400" b="1" dirty="0" smtClean="0">
                <a:solidFill>
                  <a:srgbClr val="121214"/>
                </a:solidFill>
              </a:rPr>
              <a:t>Types of NoSQL</a:t>
            </a:r>
            <a:endParaRPr lang="en-IN" sz="2400" b="1" dirty="0"/>
          </a:p>
        </p:txBody>
      </p:sp>
      <p:pic>
        <p:nvPicPr>
          <p:cNvPr id="6" name="Picture 5"/>
          <p:cNvPicPr>
            <a:picLocks noChangeAspect="1"/>
          </p:cNvPicPr>
          <p:nvPr/>
        </p:nvPicPr>
        <p:blipFill rotWithShape="1">
          <a:blip r:embed="rId2" cstate="print">
            <a:extLst>
              <a:ext uri="{28A0092B-C50C-407E-A947-70E740481C1C}">
                <a14:useLocalDpi xmlns:a14="http://schemas.microsoft.com/office/drawing/2010/main" val="0"/>
              </a:ext>
            </a:extLst>
          </a:blip>
          <a:srcRect l="8333" t="14445" r="4168" b="16666"/>
          <a:stretch/>
        </p:blipFill>
        <p:spPr>
          <a:xfrm>
            <a:off x="571500" y="1190262"/>
            <a:ext cx="8001000" cy="4724400"/>
          </a:xfrm>
          <a:prstGeom prst="rect">
            <a:avLst/>
          </a:prstGeom>
        </p:spPr>
      </p:pic>
    </p:spTree>
    <p:extLst>
      <p:ext uri="{BB962C8B-B14F-4D97-AF65-F5344CB8AC3E}">
        <p14:creationId xmlns:p14="http://schemas.microsoft.com/office/powerpoint/2010/main" val="334094268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015663"/>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7</a:t>
            </a:fld>
            <a:endParaRPr lang="en-US"/>
          </a:p>
        </p:txBody>
      </p:sp>
      <p:sp>
        <p:nvSpPr>
          <p:cNvPr id="5" name="TextBox 4"/>
          <p:cNvSpPr txBox="1"/>
          <p:nvPr/>
        </p:nvSpPr>
        <p:spPr>
          <a:xfrm>
            <a:off x="203578" y="373120"/>
            <a:ext cx="6425821" cy="461665"/>
          </a:xfrm>
          <a:prstGeom prst="rect">
            <a:avLst/>
          </a:prstGeom>
          <a:noFill/>
        </p:spPr>
        <p:txBody>
          <a:bodyPr wrap="square" rtlCol="0">
            <a:spAutoFit/>
          </a:bodyPr>
          <a:lstStyle/>
          <a:p>
            <a:r>
              <a:rPr lang="en-GB" sz="2400" b="1" dirty="0" smtClean="0">
                <a:solidFill>
                  <a:srgbClr val="121214"/>
                </a:solidFill>
              </a:rPr>
              <a:t>Types of NoSQL (Cont’d…)</a:t>
            </a:r>
            <a:endParaRPr lang="en-IN" sz="2400" b="1" dirty="0"/>
          </a:p>
        </p:txBody>
      </p:sp>
      <p:pic>
        <p:nvPicPr>
          <p:cNvPr id="6" name="Picture 5">
            <a:extLst>
              <a:ext uri="{FF2B5EF4-FFF2-40B4-BE49-F238E27FC236}">
                <a16:creationId xmlns:a16="http://schemas.microsoft.com/office/drawing/2014/main" id="{ED8AE51C-EAF5-4656-87B9-F1F1E9BB4D87}"/>
              </a:ext>
            </a:extLst>
          </p:cNvPr>
          <p:cNvPicPr>
            <a:picLocks noChangeAspect="1"/>
          </p:cNvPicPr>
          <p:nvPr/>
        </p:nvPicPr>
        <p:blipFill>
          <a:blip r:embed="rId2"/>
          <a:stretch>
            <a:fillRect/>
          </a:stretch>
        </p:blipFill>
        <p:spPr>
          <a:xfrm>
            <a:off x="20782" y="1183335"/>
            <a:ext cx="2323065" cy="1350257"/>
          </a:xfrm>
          <a:prstGeom prst="rect">
            <a:avLst/>
          </a:prstGeom>
        </p:spPr>
      </p:pic>
      <p:pic>
        <p:nvPicPr>
          <p:cNvPr id="7" name="Picture 6">
            <a:extLst>
              <a:ext uri="{FF2B5EF4-FFF2-40B4-BE49-F238E27FC236}">
                <a16:creationId xmlns:a16="http://schemas.microsoft.com/office/drawing/2014/main" id="{D0ABFFAA-6A4D-4336-993B-355E544FDE94}"/>
              </a:ext>
            </a:extLst>
          </p:cNvPr>
          <p:cNvPicPr>
            <a:picLocks noChangeAspect="1"/>
          </p:cNvPicPr>
          <p:nvPr/>
        </p:nvPicPr>
        <p:blipFill>
          <a:blip r:embed="rId3"/>
          <a:stretch>
            <a:fillRect/>
          </a:stretch>
        </p:blipFill>
        <p:spPr>
          <a:xfrm>
            <a:off x="384314" y="2893890"/>
            <a:ext cx="1994169" cy="1387248"/>
          </a:xfrm>
          <a:prstGeom prst="rect">
            <a:avLst/>
          </a:prstGeom>
        </p:spPr>
      </p:pic>
      <p:pic>
        <p:nvPicPr>
          <p:cNvPr id="8" name="Picture 7">
            <a:extLst>
              <a:ext uri="{FF2B5EF4-FFF2-40B4-BE49-F238E27FC236}">
                <a16:creationId xmlns:a16="http://schemas.microsoft.com/office/drawing/2014/main" id="{93D04A5B-3012-4650-A30A-16A80F7DE88E}"/>
              </a:ext>
            </a:extLst>
          </p:cNvPr>
          <p:cNvPicPr>
            <a:picLocks noChangeAspect="1"/>
          </p:cNvPicPr>
          <p:nvPr/>
        </p:nvPicPr>
        <p:blipFill>
          <a:blip r:embed="rId4"/>
          <a:stretch>
            <a:fillRect/>
          </a:stretch>
        </p:blipFill>
        <p:spPr>
          <a:xfrm>
            <a:off x="384314" y="4641436"/>
            <a:ext cx="1931163" cy="1114557"/>
          </a:xfrm>
          <a:prstGeom prst="rect">
            <a:avLst/>
          </a:prstGeom>
        </p:spPr>
      </p:pic>
      <p:sp>
        <p:nvSpPr>
          <p:cNvPr id="9" name="Rectangle 3">
            <a:extLst>
              <a:ext uri="{FF2B5EF4-FFF2-40B4-BE49-F238E27FC236}">
                <a16:creationId xmlns:a16="http://schemas.microsoft.com/office/drawing/2014/main" id="{774AFDF3-9520-4D26-A641-76FB3B4D3B6E}"/>
              </a:ext>
            </a:extLst>
          </p:cNvPr>
          <p:cNvSpPr txBox="1">
            <a:spLocks noChangeArrowheads="1"/>
          </p:cNvSpPr>
          <p:nvPr/>
        </p:nvSpPr>
        <p:spPr>
          <a:xfrm>
            <a:off x="2861449" y="1292782"/>
            <a:ext cx="3242975" cy="4589463"/>
          </a:xfrm>
          <a:prstGeom prst="rect">
            <a:avLst/>
          </a:prstGeom>
        </p:spPr>
        <p:txBody>
          <a:bodyPr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4300" indent="0">
              <a:buFont typeface="Arial" panose="020B0604020202020204" pitchFamily="34" charset="0"/>
              <a:buNone/>
              <a:defRPr/>
            </a:pPr>
            <a:endParaRPr lang="hu-HU" dirty="0"/>
          </a:p>
          <a:p>
            <a:pPr marL="0" indent="0">
              <a:buNone/>
              <a:defRPr/>
            </a:pPr>
            <a:r>
              <a:rPr lang="hu-HU" dirty="0"/>
              <a:t>Graph database </a:t>
            </a:r>
          </a:p>
          <a:p>
            <a:pPr marL="0" indent="0">
              <a:buNone/>
              <a:defRPr/>
            </a:pPr>
            <a:endParaRPr lang="en-US" dirty="0"/>
          </a:p>
          <a:p>
            <a:pPr marL="0" indent="0">
              <a:buNone/>
              <a:defRPr/>
            </a:pPr>
            <a:endParaRPr lang="hu-HU" dirty="0"/>
          </a:p>
          <a:p>
            <a:pPr marL="0" indent="0">
              <a:buNone/>
              <a:defRPr/>
            </a:pPr>
            <a:r>
              <a:rPr lang="hu-HU" dirty="0"/>
              <a:t>Document-oriented </a:t>
            </a:r>
          </a:p>
          <a:p>
            <a:pPr marL="114300" indent="0">
              <a:buFont typeface="Arial" panose="020B0604020202020204" pitchFamily="34" charset="0"/>
              <a:buNone/>
              <a:defRPr/>
            </a:pPr>
            <a:endParaRPr lang="en-US" dirty="0"/>
          </a:p>
          <a:p>
            <a:pPr marL="114300" indent="0">
              <a:buFont typeface="Arial" panose="020B0604020202020204" pitchFamily="34" charset="0"/>
              <a:buNone/>
              <a:defRPr/>
            </a:pPr>
            <a:endParaRPr lang="hu-HU" dirty="0"/>
          </a:p>
          <a:p>
            <a:pPr marL="0" indent="0">
              <a:buNone/>
              <a:defRPr/>
            </a:pPr>
            <a:r>
              <a:rPr lang="hu-HU" dirty="0"/>
              <a:t>Column family</a:t>
            </a:r>
          </a:p>
        </p:txBody>
      </p:sp>
      <p:pic>
        <p:nvPicPr>
          <p:cNvPr id="10" name="Picture 7">
            <a:extLst>
              <a:ext uri="{FF2B5EF4-FFF2-40B4-BE49-F238E27FC236}">
                <a16:creationId xmlns:a16="http://schemas.microsoft.com/office/drawing/2014/main" id="{E83009BF-564F-4359-A5E5-10B4CE4F055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59512" y="1858463"/>
            <a:ext cx="1512887" cy="393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Picture 10">
            <a:extLst>
              <a:ext uri="{FF2B5EF4-FFF2-40B4-BE49-F238E27FC236}">
                <a16:creationId xmlns:a16="http://schemas.microsoft.com/office/drawing/2014/main" id="{DB7EBBAD-C9A1-4891-BE9B-88C830523B6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6189" y="1597408"/>
            <a:ext cx="952500" cy="952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 name="Picture 5" descr="MongoDB">
            <a:extLst>
              <a:ext uri="{FF2B5EF4-FFF2-40B4-BE49-F238E27FC236}">
                <a16:creationId xmlns:a16="http://schemas.microsoft.com/office/drawing/2014/main" id="{777A77C9-3F88-4C09-9F11-7C9F037D0FE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32536" y="3436489"/>
            <a:ext cx="1644650" cy="547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11">
            <a:extLst>
              <a:ext uri="{FF2B5EF4-FFF2-40B4-BE49-F238E27FC236}">
                <a16:creationId xmlns:a16="http://schemas.microsoft.com/office/drawing/2014/main" id="{78688E82-6894-4245-BD46-04A74126ED3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094948" y="3276944"/>
            <a:ext cx="954088" cy="866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 name="Picture 12">
            <a:extLst>
              <a:ext uri="{FF2B5EF4-FFF2-40B4-BE49-F238E27FC236}">
                <a16:creationId xmlns:a16="http://schemas.microsoft.com/office/drawing/2014/main" id="{400607F3-26BD-4A65-9AB4-FDE66D326B3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012656" y="4794390"/>
            <a:ext cx="1081087" cy="708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13">
            <a:extLst>
              <a:ext uri="{FF2B5EF4-FFF2-40B4-BE49-F238E27FC236}">
                <a16:creationId xmlns:a16="http://schemas.microsoft.com/office/drawing/2014/main" id="{A7F38129-BFD1-45AC-AC23-7B94CF18E964}"/>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048480" y="4788470"/>
            <a:ext cx="1122363" cy="7635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15433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nodeType="clickEffect">
                                  <p:stCondLst>
                                    <p:cond delay="0"/>
                                  </p:stCondLst>
                                  <p:iterate type="lt">
                                    <p:tmAbs val="25"/>
                                  </p:iterate>
                                  <p:childTnLst>
                                    <p:set>
                                      <p:cBhvr override="childStyle">
                                        <p:cTn id="6" dur="indefinite"/>
                                        <p:tgtEl>
                                          <p:spTgt spid="9">
                                            <p:txEl>
                                              <p:pRg st="4" end="4"/>
                                            </p:txEl>
                                          </p:spTgt>
                                        </p:tgtEl>
                                        <p:attrNameLst>
                                          <p:attrName>style.fontWeight</p:attrName>
                                        </p:attrNameLst>
                                      </p:cBhvr>
                                      <p:to>
                                        <p:strVal val="bold"/>
                                      </p:to>
                                    </p:set>
                                  </p:childTnLst>
                                </p:cTn>
                              </p:par>
                              <p:par>
                                <p:cTn id="7" presetID="9" presetClass="emph" presetSubtype="0" nodeType="withEffect">
                                  <p:stCondLst>
                                    <p:cond delay="0"/>
                                  </p:stCondLst>
                                  <p:childTnLst>
                                    <p:set>
                                      <p:cBhvr rctx="PPT">
                                        <p:cTn id="8" dur="indefinite"/>
                                        <p:tgtEl>
                                          <p:spTgt spid="9">
                                            <p:txEl>
                                              <p:pRg st="7" end="7"/>
                                            </p:txEl>
                                          </p:spTgt>
                                        </p:tgtEl>
                                        <p:attrNameLst>
                                          <p:attrName>style.opacity</p:attrName>
                                        </p:attrNameLst>
                                      </p:cBhvr>
                                      <p:to>
                                        <p:strVal val="0.5"/>
                                      </p:to>
                                    </p:set>
                                    <p:animEffect filter="image" prLst="opacity: 0.5">
                                      <p:cBhvr rctx="IE">
                                        <p:cTn id="9" dur="indefinite"/>
                                        <p:tgtEl>
                                          <p:spTgt spid="9">
                                            <p:txEl>
                                              <p:pRg st="7" end="7"/>
                                            </p:txEl>
                                          </p:spTgt>
                                        </p:tgtEl>
                                      </p:cBhvr>
                                    </p:animEffect>
                                  </p:childTnLst>
                                </p:cTn>
                              </p:par>
                              <p:par>
                                <p:cTn id="10" presetID="9" presetClass="emph" presetSubtype="0" nodeType="withEffect">
                                  <p:stCondLst>
                                    <p:cond delay="0"/>
                                  </p:stCondLst>
                                  <p:childTnLst>
                                    <p:set>
                                      <p:cBhvr rctx="PPT">
                                        <p:cTn id="11" dur="indefinite"/>
                                        <p:tgtEl>
                                          <p:spTgt spid="9">
                                            <p:txEl>
                                              <p:pRg st="1" end="1"/>
                                            </p:txEl>
                                          </p:spTgt>
                                        </p:tgtEl>
                                        <p:attrNameLst>
                                          <p:attrName>style.opacity</p:attrName>
                                        </p:attrNameLst>
                                      </p:cBhvr>
                                      <p:to>
                                        <p:strVal val="0.5"/>
                                      </p:to>
                                    </p:set>
                                    <p:animEffect filter="image" prLst="opacity: 0.5">
                                      <p:cBhvr rctx="IE">
                                        <p:cTn id="12" dur="indefinite"/>
                                        <p:tgtEl>
                                          <p:spTgt spid="9">
                                            <p:txEl>
                                              <p:pRg st="1" end="1"/>
                                            </p:txEl>
                                          </p:spTgt>
                                        </p:tgtEl>
                                      </p:cBhvr>
                                    </p:animEffect>
                                  </p:childTnLst>
                                </p:cTn>
                              </p:par>
                              <p:par>
                                <p:cTn id="13" presetID="9" presetClass="emph" presetSubtype="0" nodeType="withEffect">
                                  <p:stCondLst>
                                    <p:cond delay="0"/>
                                  </p:stCondLst>
                                  <p:childTnLst>
                                    <p:set>
                                      <p:cBhvr rctx="PPT">
                                        <p:cTn id="14" dur="indefinite"/>
                                        <p:tgtEl>
                                          <p:spTgt spid="10"/>
                                        </p:tgtEl>
                                        <p:attrNameLst>
                                          <p:attrName>style.opacity</p:attrName>
                                        </p:attrNameLst>
                                      </p:cBhvr>
                                      <p:to>
                                        <p:strVal val="0.5"/>
                                      </p:to>
                                    </p:set>
                                    <p:animEffect filter="image" prLst="opacity: 0.5">
                                      <p:cBhvr rctx="IE">
                                        <p:cTn id="15" dur="indefinite"/>
                                        <p:tgtEl>
                                          <p:spTgt spid="10"/>
                                        </p:tgtEl>
                                      </p:cBhvr>
                                    </p:animEffect>
                                  </p:childTnLst>
                                </p:cTn>
                              </p:par>
                              <p:par>
                                <p:cTn id="16" presetID="9" presetClass="emph" presetSubtype="0" nodeType="withEffect">
                                  <p:stCondLst>
                                    <p:cond delay="0"/>
                                  </p:stCondLst>
                                  <p:childTnLst>
                                    <p:set>
                                      <p:cBhvr rctx="PPT">
                                        <p:cTn id="17" dur="indefinite"/>
                                        <p:tgtEl>
                                          <p:spTgt spid="11"/>
                                        </p:tgtEl>
                                        <p:attrNameLst>
                                          <p:attrName>style.opacity</p:attrName>
                                        </p:attrNameLst>
                                      </p:cBhvr>
                                      <p:to>
                                        <p:strVal val="0.5"/>
                                      </p:to>
                                    </p:set>
                                    <p:animEffect filter="image" prLst="opacity: 0.5">
                                      <p:cBhvr rctx="IE">
                                        <p:cTn id="18" dur="indefinite"/>
                                        <p:tgtEl>
                                          <p:spTgt spid="11"/>
                                        </p:tgtEl>
                                      </p:cBhvr>
                                    </p:animEffect>
                                  </p:childTnLst>
                                </p:cTn>
                              </p:par>
                              <p:par>
                                <p:cTn id="19" presetID="9" presetClass="emph" presetSubtype="0" nodeType="withEffect">
                                  <p:stCondLst>
                                    <p:cond delay="0"/>
                                  </p:stCondLst>
                                  <p:childTnLst>
                                    <p:set>
                                      <p:cBhvr rctx="PPT">
                                        <p:cTn id="20" dur="indefinite"/>
                                        <p:tgtEl>
                                          <p:spTgt spid="13"/>
                                        </p:tgtEl>
                                        <p:attrNameLst>
                                          <p:attrName>style.opacity</p:attrName>
                                        </p:attrNameLst>
                                      </p:cBhvr>
                                      <p:to>
                                        <p:strVal val="0.5"/>
                                      </p:to>
                                    </p:set>
                                    <p:animEffect filter="image" prLst="opacity: 0.5">
                                      <p:cBhvr rctx="IE">
                                        <p:cTn id="21" dur="indefinite"/>
                                        <p:tgtEl>
                                          <p:spTgt spid="13"/>
                                        </p:tgtEl>
                                      </p:cBhvr>
                                    </p:animEffect>
                                  </p:childTnLst>
                                </p:cTn>
                              </p:par>
                              <p:par>
                                <p:cTn id="22" presetID="9" presetClass="emph" presetSubtype="0" nodeType="withEffect">
                                  <p:stCondLst>
                                    <p:cond delay="0"/>
                                  </p:stCondLst>
                                  <p:childTnLst>
                                    <p:set>
                                      <p:cBhvr rctx="PPT">
                                        <p:cTn id="23" dur="indefinite"/>
                                        <p:tgtEl>
                                          <p:spTgt spid="15"/>
                                        </p:tgtEl>
                                        <p:attrNameLst>
                                          <p:attrName>style.opacity</p:attrName>
                                        </p:attrNameLst>
                                      </p:cBhvr>
                                      <p:to>
                                        <p:strVal val="0.5"/>
                                      </p:to>
                                    </p:set>
                                    <p:animEffect filter="image" prLst="opacity: 0.5">
                                      <p:cBhvr rctx="IE">
                                        <p:cTn id="24" dur="indefinite"/>
                                        <p:tgtEl>
                                          <p:spTgt spid="15"/>
                                        </p:tgtEl>
                                      </p:cBhvr>
                                    </p:animEffect>
                                  </p:childTnLst>
                                </p:cTn>
                              </p:par>
                              <p:par>
                                <p:cTn id="25" presetID="9" presetClass="emph" presetSubtype="0" nodeType="withEffect">
                                  <p:stCondLst>
                                    <p:cond delay="0"/>
                                  </p:stCondLst>
                                  <p:childTnLst>
                                    <p:set>
                                      <p:cBhvr rctx="PPT">
                                        <p:cTn id="26" dur="indefinite"/>
                                        <p:tgtEl>
                                          <p:spTgt spid="14"/>
                                        </p:tgtEl>
                                        <p:attrNameLst>
                                          <p:attrName>style.opacity</p:attrName>
                                        </p:attrNameLst>
                                      </p:cBhvr>
                                      <p:to>
                                        <p:strVal val="0.5"/>
                                      </p:to>
                                    </p:set>
                                    <p:animEffect filter="image" prLst="opacity: 0.5">
                                      <p:cBhvr rctx="IE">
                                        <p:cTn id="27" dur="indefinite"/>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338828"/>
          </a:xfrm>
          <a:prstGeom prst="rect">
            <a:avLst/>
          </a:prstGeom>
        </p:spPr>
        <p:txBody>
          <a:bodyPr wrap="square">
            <a:spAutoFit/>
          </a:bodyPr>
          <a:lstStyle/>
          <a:p>
            <a:pPr algn="just">
              <a:lnSpc>
                <a:spcPct val="150000"/>
              </a:lnSpc>
            </a:pPr>
            <a:r>
              <a:rPr lang="en-GB" b="1" dirty="0"/>
              <a:t>Step 1 — Download the MongoDB MSI Installer Package</a:t>
            </a:r>
          </a:p>
          <a:p>
            <a:pPr algn="just">
              <a:lnSpc>
                <a:spcPct val="150000"/>
              </a:lnSpc>
            </a:pPr>
            <a:r>
              <a:rPr lang="en-GB" dirty="0"/>
              <a:t>Head </a:t>
            </a:r>
            <a:r>
              <a:rPr lang="en-GB" dirty="0" smtClean="0"/>
              <a:t>over</a:t>
            </a:r>
            <a:r>
              <a:rPr lang="en-GB" dirty="0"/>
              <a:t> and download the current version of MongoDB. Make sure you </a:t>
            </a:r>
            <a:r>
              <a:rPr lang="en-GB" b="1" dirty="0"/>
              <a:t>select MSI </a:t>
            </a:r>
            <a:r>
              <a:rPr lang="en-GB" dirty="0"/>
              <a:t>as the package you want to download.</a:t>
            </a: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8</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MongoDB Basic Installation</a:t>
            </a:r>
            <a:endParaRPr lang="en-IN" sz="2400" b="1" dirty="0"/>
          </a:p>
        </p:txBody>
      </p:sp>
      <p:pic>
        <p:nvPicPr>
          <p:cNvPr id="7" name="Picture 6"/>
          <p:cNvPicPr>
            <a:picLocks noChangeAspect="1"/>
          </p:cNvPicPr>
          <p:nvPr/>
        </p:nvPicPr>
        <p:blipFill>
          <a:blip r:embed="rId2"/>
          <a:stretch>
            <a:fillRect/>
          </a:stretch>
        </p:blipFill>
        <p:spPr>
          <a:xfrm>
            <a:off x="2209800" y="2884567"/>
            <a:ext cx="6574978" cy="2954044"/>
          </a:xfrm>
          <a:prstGeom prst="rect">
            <a:avLst/>
          </a:prstGeom>
        </p:spPr>
      </p:pic>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spTree>
    <p:extLst>
      <p:ext uri="{BB962C8B-B14F-4D97-AF65-F5344CB8AC3E}">
        <p14:creationId xmlns:p14="http://schemas.microsoft.com/office/powerpoint/2010/main" val="401359651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754326"/>
          </a:xfrm>
          <a:prstGeom prst="rect">
            <a:avLst/>
          </a:prstGeom>
        </p:spPr>
        <p:txBody>
          <a:bodyPr wrap="square">
            <a:spAutoFit/>
          </a:bodyPr>
          <a:lstStyle/>
          <a:p>
            <a:pPr algn="just">
              <a:lnSpc>
                <a:spcPct val="150000"/>
              </a:lnSpc>
            </a:pPr>
            <a:r>
              <a:rPr lang="en-GB" b="1" dirty="0"/>
              <a:t>Step 2 — Install MongoDB with the Installation Wizard</a:t>
            </a:r>
          </a:p>
          <a:p>
            <a:pPr algn="just">
              <a:lnSpc>
                <a:spcPct val="150000"/>
              </a:lnSpc>
            </a:pPr>
            <a:r>
              <a:rPr lang="en-GB" dirty="0"/>
              <a:t>A. Make sure you are logged in as a user with Admin privileges. Then navigate to your downloads folder and </a:t>
            </a:r>
            <a:r>
              <a:rPr lang="en-GB" dirty="0" smtClean="0"/>
              <a:t>double-click </a:t>
            </a:r>
            <a:r>
              <a:rPr lang="en-GB" dirty="0"/>
              <a:t>on the .</a:t>
            </a:r>
            <a:r>
              <a:rPr lang="en-GB" dirty="0" err="1"/>
              <a:t>msi</a:t>
            </a:r>
            <a:r>
              <a:rPr lang="en-GB" dirty="0"/>
              <a:t> package you just downloaded. This will launch the installation wizard.</a:t>
            </a: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9</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6" name="Picture 5"/>
          <p:cNvPicPr>
            <a:picLocks noChangeAspect="1"/>
          </p:cNvPicPr>
          <p:nvPr/>
        </p:nvPicPr>
        <p:blipFill>
          <a:blip r:embed="rId3"/>
          <a:stretch>
            <a:fillRect/>
          </a:stretch>
        </p:blipFill>
        <p:spPr>
          <a:xfrm>
            <a:off x="3252354" y="2944588"/>
            <a:ext cx="5534891" cy="3007049"/>
          </a:xfrm>
          <a:prstGeom prst="rect">
            <a:avLst/>
          </a:prstGeom>
        </p:spPr>
      </p:pic>
    </p:spTree>
    <p:extLst>
      <p:ext uri="{BB962C8B-B14F-4D97-AF65-F5344CB8AC3E}">
        <p14:creationId xmlns:p14="http://schemas.microsoft.com/office/powerpoint/2010/main" val="356347637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923330"/>
          </a:xfrm>
          <a:prstGeom prst="rect">
            <a:avLst/>
          </a:prstGeom>
        </p:spPr>
        <p:txBody>
          <a:bodyPr wrap="square">
            <a:spAutoFit/>
          </a:bodyPr>
          <a:lstStyle/>
          <a:p>
            <a:pPr algn="just">
              <a:lnSpc>
                <a:spcPct val="150000"/>
              </a:lnSpc>
            </a:pPr>
            <a:r>
              <a:rPr lang="en-GB" b="1" dirty="0"/>
              <a:t>Step 2 — Install MongoDB with the Installation Wizard</a:t>
            </a:r>
          </a:p>
          <a:p>
            <a:pPr algn="just">
              <a:lnSpc>
                <a:spcPct val="150000"/>
              </a:lnSpc>
            </a:pPr>
            <a:r>
              <a:rPr lang="en-GB" dirty="0"/>
              <a:t>B. Click Next to start installation</a:t>
            </a: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10</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7" name="Picture 6"/>
          <p:cNvPicPr>
            <a:picLocks noChangeAspect="1"/>
          </p:cNvPicPr>
          <p:nvPr/>
        </p:nvPicPr>
        <p:blipFill>
          <a:blip r:embed="rId3"/>
          <a:stretch>
            <a:fillRect/>
          </a:stretch>
        </p:blipFill>
        <p:spPr>
          <a:xfrm>
            <a:off x="3849832" y="1905000"/>
            <a:ext cx="5086350" cy="4007831"/>
          </a:xfrm>
          <a:prstGeom prst="rect">
            <a:avLst/>
          </a:prstGeom>
        </p:spPr>
      </p:pic>
    </p:spTree>
    <p:extLst>
      <p:ext uri="{BB962C8B-B14F-4D97-AF65-F5344CB8AC3E}">
        <p14:creationId xmlns:p14="http://schemas.microsoft.com/office/powerpoint/2010/main" val="97761602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923330"/>
          </a:xfrm>
          <a:prstGeom prst="rect">
            <a:avLst/>
          </a:prstGeom>
        </p:spPr>
        <p:txBody>
          <a:bodyPr wrap="square">
            <a:spAutoFit/>
          </a:bodyPr>
          <a:lstStyle/>
          <a:p>
            <a:pPr algn="just">
              <a:lnSpc>
                <a:spcPct val="150000"/>
              </a:lnSpc>
            </a:pPr>
            <a:r>
              <a:rPr lang="en-GB" b="1" dirty="0"/>
              <a:t>Step 2 — Install MongoDB with the Installation Wizard</a:t>
            </a:r>
          </a:p>
          <a:p>
            <a:pPr algn="just">
              <a:lnSpc>
                <a:spcPct val="150000"/>
              </a:lnSpc>
            </a:pPr>
            <a:r>
              <a:rPr lang="en-GB" dirty="0"/>
              <a:t>C. Accept the licence agreement then click Next.</a:t>
            </a: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11</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6" name="Picture 5"/>
          <p:cNvPicPr>
            <a:picLocks noChangeAspect="1"/>
          </p:cNvPicPr>
          <p:nvPr/>
        </p:nvPicPr>
        <p:blipFill>
          <a:blip r:embed="rId3"/>
          <a:stretch>
            <a:fillRect/>
          </a:stretch>
        </p:blipFill>
        <p:spPr>
          <a:xfrm>
            <a:off x="3186545" y="2286000"/>
            <a:ext cx="5486400" cy="3627120"/>
          </a:xfrm>
          <a:prstGeom prst="rect">
            <a:avLst/>
          </a:prstGeom>
        </p:spPr>
      </p:pic>
    </p:spTree>
    <p:extLst>
      <p:ext uri="{BB962C8B-B14F-4D97-AF65-F5344CB8AC3E}">
        <p14:creationId xmlns:p14="http://schemas.microsoft.com/office/powerpoint/2010/main" val="142550485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923330"/>
          </a:xfrm>
          <a:prstGeom prst="rect">
            <a:avLst/>
          </a:prstGeom>
        </p:spPr>
        <p:txBody>
          <a:bodyPr wrap="square">
            <a:spAutoFit/>
          </a:bodyPr>
          <a:lstStyle/>
          <a:p>
            <a:pPr algn="just">
              <a:lnSpc>
                <a:spcPct val="150000"/>
              </a:lnSpc>
            </a:pPr>
            <a:r>
              <a:rPr lang="en-GB" b="1" dirty="0"/>
              <a:t>Step 2 — Install MongoDB with the Installation Wizard</a:t>
            </a:r>
          </a:p>
          <a:p>
            <a:pPr algn="just">
              <a:lnSpc>
                <a:spcPct val="150000"/>
              </a:lnSpc>
            </a:pPr>
            <a:r>
              <a:rPr lang="en-GB" dirty="0"/>
              <a:t>D. Select the Complete setup.</a:t>
            </a:r>
            <a:r>
              <a:rPr lang="en-GB" dirty="0" smtClean="0"/>
              <a:t>.</a:t>
            </a:r>
            <a:endParaRPr lang="en-GB" dirty="0"/>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12</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7" name="Picture 6"/>
          <p:cNvPicPr>
            <a:picLocks noChangeAspect="1"/>
          </p:cNvPicPr>
          <p:nvPr/>
        </p:nvPicPr>
        <p:blipFill>
          <a:blip r:embed="rId3"/>
          <a:stretch>
            <a:fillRect/>
          </a:stretch>
        </p:blipFill>
        <p:spPr>
          <a:xfrm>
            <a:off x="3650673" y="2113592"/>
            <a:ext cx="5257800" cy="3775393"/>
          </a:xfrm>
          <a:prstGeom prst="rect">
            <a:avLst/>
          </a:prstGeom>
        </p:spPr>
      </p:pic>
    </p:spTree>
    <p:extLst>
      <p:ext uri="{BB962C8B-B14F-4D97-AF65-F5344CB8AC3E}">
        <p14:creationId xmlns:p14="http://schemas.microsoft.com/office/powerpoint/2010/main" val="260939790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338828"/>
          </a:xfrm>
          <a:prstGeom prst="rect">
            <a:avLst/>
          </a:prstGeom>
        </p:spPr>
        <p:txBody>
          <a:bodyPr wrap="square">
            <a:spAutoFit/>
          </a:bodyPr>
          <a:lstStyle/>
          <a:p>
            <a:pPr algn="just">
              <a:lnSpc>
                <a:spcPct val="150000"/>
              </a:lnSpc>
            </a:pPr>
            <a:r>
              <a:rPr lang="en-GB" b="1" dirty="0"/>
              <a:t>Step 2 — Install MongoDB with the Installation </a:t>
            </a:r>
            <a:r>
              <a:rPr lang="en-GB" b="1" dirty="0" smtClean="0"/>
              <a:t>Wizard</a:t>
            </a:r>
          </a:p>
          <a:p>
            <a:pPr algn="just">
              <a:lnSpc>
                <a:spcPct val="150000"/>
              </a:lnSpc>
            </a:pPr>
            <a:r>
              <a:rPr lang="en-GB" dirty="0"/>
              <a:t>E. Select “Run service as Network Service user” and make a note of the data directory, we’ll need this later.</a:t>
            </a: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13</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6" name="Picture 5"/>
          <p:cNvPicPr>
            <a:picLocks noChangeAspect="1"/>
          </p:cNvPicPr>
          <p:nvPr/>
        </p:nvPicPr>
        <p:blipFill>
          <a:blip r:embed="rId3"/>
          <a:stretch>
            <a:fillRect/>
          </a:stretch>
        </p:blipFill>
        <p:spPr>
          <a:xfrm>
            <a:off x="2826069" y="2209800"/>
            <a:ext cx="5881513" cy="3747885"/>
          </a:xfrm>
          <a:prstGeom prst="rect">
            <a:avLst/>
          </a:prstGeom>
        </p:spPr>
      </p:pic>
    </p:spTree>
    <p:extLst>
      <p:ext uri="{BB962C8B-B14F-4D97-AF65-F5344CB8AC3E}">
        <p14:creationId xmlns:p14="http://schemas.microsoft.com/office/powerpoint/2010/main" val="324809535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923330"/>
          </a:xfrm>
          <a:prstGeom prst="rect">
            <a:avLst/>
          </a:prstGeom>
        </p:spPr>
        <p:txBody>
          <a:bodyPr wrap="square">
            <a:spAutoFit/>
          </a:bodyPr>
          <a:lstStyle/>
          <a:p>
            <a:pPr algn="just">
              <a:lnSpc>
                <a:spcPct val="150000"/>
              </a:lnSpc>
            </a:pPr>
            <a:r>
              <a:rPr lang="en-GB" b="1" dirty="0"/>
              <a:t>Step 2 — Install MongoDB with the Installation </a:t>
            </a:r>
            <a:r>
              <a:rPr lang="en-GB" b="1" dirty="0" smtClean="0"/>
              <a:t>Wizard</a:t>
            </a:r>
          </a:p>
          <a:p>
            <a:pPr algn="just">
              <a:lnSpc>
                <a:spcPct val="150000"/>
              </a:lnSpc>
            </a:pPr>
            <a:r>
              <a:rPr lang="en-GB" dirty="0"/>
              <a:t>F. We won’t need Mongo Compass, so deselect it and click Next.</a:t>
            </a: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14</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7" name="Picture 6"/>
          <p:cNvPicPr>
            <a:picLocks noChangeAspect="1"/>
          </p:cNvPicPr>
          <p:nvPr/>
        </p:nvPicPr>
        <p:blipFill>
          <a:blip r:embed="rId3"/>
          <a:stretch>
            <a:fillRect/>
          </a:stretch>
        </p:blipFill>
        <p:spPr>
          <a:xfrm>
            <a:off x="3619500" y="2113592"/>
            <a:ext cx="5219700" cy="3715708"/>
          </a:xfrm>
          <a:prstGeom prst="rect">
            <a:avLst/>
          </a:prstGeom>
        </p:spPr>
      </p:pic>
    </p:spTree>
    <p:extLst>
      <p:ext uri="{BB962C8B-B14F-4D97-AF65-F5344CB8AC3E}">
        <p14:creationId xmlns:p14="http://schemas.microsoft.com/office/powerpoint/2010/main" val="288180332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923330"/>
          </a:xfrm>
          <a:prstGeom prst="rect">
            <a:avLst/>
          </a:prstGeom>
        </p:spPr>
        <p:txBody>
          <a:bodyPr wrap="square">
            <a:spAutoFit/>
          </a:bodyPr>
          <a:lstStyle/>
          <a:p>
            <a:pPr algn="just">
              <a:lnSpc>
                <a:spcPct val="150000"/>
              </a:lnSpc>
            </a:pPr>
            <a:r>
              <a:rPr lang="en-GB" b="1" dirty="0"/>
              <a:t>Step 2 — Install MongoDB with the Installation </a:t>
            </a:r>
            <a:r>
              <a:rPr lang="en-GB" b="1" dirty="0" smtClean="0"/>
              <a:t>Wizard</a:t>
            </a:r>
          </a:p>
          <a:p>
            <a:pPr algn="just">
              <a:lnSpc>
                <a:spcPct val="150000"/>
              </a:lnSpc>
            </a:pPr>
            <a:r>
              <a:rPr lang="en-GB" dirty="0"/>
              <a:t>G. Click Install to begin </a:t>
            </a:r>
            <a:r>
              <a:rPr lang="en-GB" dirty="0" smtClean="0"/>
              <a:t>installation.</a:t>
            </a:r>
            <a:endParaRPr lang="en-GB" dirty="0"/>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15</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6" name="Picture 5"/>
          <p:cNvPicPr>
            <a:picLocks noChangeAspect="1"/>
          </p:cNvPicPr>
          <p:nvPr/>
        </p:nvPicPr>
        <p:blipFill>
          <a:blip r:embed="rId3"/>
          <a:stretch>
            <a:fillRect/>
          </a:stretch>
        </p:blipFill>
        <p:spPr>
          <a:xfrm>
            <a:off x="3505200" y="2120519"/>
            <a:ext cx="5181600" cy="3893503"/>
          </a:xfrm>
          <a:prstGeom prst="rect">
            <a:avLst/>
          </a:prstGeom>
        </p:spPr>
      </p:pic>
    </p:spTree>
    <p:extLst>
      <p:ext uri="{BB962C8B-B14F-4D97-AF65-F5344CB8AC3E}">
        <p14:creationId xmlns:p14="http://schemas.microsoft.com/office/powerpoint/2010/main" val="278748655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923330"/>
          </a:xfrm>
          <a:prstGeom prst="rect">
            <a:avLst/>
          </a:prstGeom>
        </p:spPr>
        <p:txBody>
          <a:bodyPr wrap="square">
            <a:spAutoFit/>
          </a:bodyPr>
          <a:lstStyle/>
          <a:p>
            <a:pPr algn="just">
              <a:lnSpc>
                <a:spcPct val="150000"/>
              </a:lnSpc>
            </a:pPr>
            <a:r>
              <a:rPr lang="en-GB" b="1" dirty="0"/>
              <a:t>Step 2 — Install MongoDB with the Installation </a:t>
            </a:r>
            <a:r>
              <a:rPr lang="en-GB" b="1" dirty="0" smtClean="0"/>
              <a:t>Wizard</a:t>
            </a:r>
          </a:p>
          <a:p>
            <a:pPr algn="just">
              <a:lnSpc>
                <a:spcPct val="150000"/>
              </a:lnSpc>
            </a:pPr>
            <a:r>
              <a:rPr lang="en-GB" dirty="0"/>
              <a:t>F. Hit Finish to complete installation.</a:t>
            </a: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16</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7" name="Picture 6"/>
          <p:cNvPicPr>
            <a:picLocks noChangeAspect="1"/>
          </p:cNvPicPr>
          <p:nvPr/>
        </p:nvPicPr>
        <p:blipFill>
          <a:blip r:embed="rId3"/>
          <a:stretch>
            <a:fillRect/>
          </a:stretch>
        </p:blipFill>
        <p:spPr>
          <a:xfrm>
            <a:off x="3467821" y="2045497"/>
            <a:ext cx="5562600" cy="3821903"/>
          </a:xfrm>
          <a:prstGeom prst="rect">
            <a:avLst/>
          </a:prstGeom>
        </p:spPr>
      </p:pic>
    </p:spTree>
    <p:extLst>
      <p:ext uri="{BB962C8B-B14F-4D97-AF65-F5344CB8AC3E}">
        <p14:creationId xmlns:p14="http://schemas.microsoft.com/office/powerpoint/2010/main" val="306466685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308324"/>
          </a:xfrm>
          <a:prstGeom prst="rect">
            <a:avLst/>
          </a:prstGeom>
        </p:spPr>
        <p:txBody>
          <a:bodyPr wrap="square">
            <a:spAutoFit/>
          </a:bodyPr>
          <a:lstStyle/>
          <a:p>
            <a:pPr algn="just">
              <a:lnSpc>
                <a:spcPct val="200000"/>
              </a:lnSpc>
            </a:pPr>
            <a:r>
              <a:rPr lang="en-GB" b="1" dirty="0"/>
              <a:t>Step 3— Create the Data Folders to Store our Databases</a:t>
            </a:r>
          </a:p>
          <a:p>
            <a:pPr algn="just">
              <a:lnSpc>
                <a:spcPct val="200000"/>
              </a:lnSpc>
            </a:pPr>
            <a:r>
              <a:rPr lang="en-GB" dirty="0"/>
              <a:t>A. Navigate to the </a:t>
            </a:r>
            <a:r>
              <a:rPr lang="en-GB" b="1" dirty="0"/>
              <a:t>C Drive</a:t>
            </a:r>
            <a:r>
              <a:rPr lang="en-GB" dirty="0"/>
              <a:t> on your computer using Explorer and create a new folder called </a:t>
            </a:r>
            <a:r>
              <a:rPr lang="en-GB" b="1" dirty="0"/>
              <a:t>data</a:t>
            </a:r>
            <a:r>
              <a:rPr lang="en-GB" dirty="0"/>
              <a:t> here.</a:t>
            </a:r>
          </a:p>
          <a:p>
            <a:r>
              <a:rPr lang="en-GB" dirty="0"/>
              <a:t/>
            </a:r>
            <a:br>
              <a:rPr lang="en-GB" dirty="0"/>
            </a:br>
            <a:endParaRPr lang="en-GB" dirty="0"/>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17</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6" name="Picture 5"/>
          <p:cNvPicPr>
            <a:picLocks noChangeAspect="1"/>
          </p:cNvPicPr>
          <p:nvPr/>
        </p:nvPicPr>
        <p:blipFill>
          <a:blip r:embed="rId3"/>
          <a:stretch>
            <a:fillRect/>
          </a:stretch>
        </p:blipFill>
        <p:spPr>
          <a:xfrm>
            <a:off x="2895600" y="2514600"/>
            <a:ext cx="5791200" cy="3289723"/>
          </a:xfrm>
          <a:prstGeom prst="rect">
            <a:avLst/>
          </a:prstGeom>
        </p:spPr>
      </p:pic>
    </p:spTree>
    <p:extLst>
      <p:ext uri="{BB962C8B-B14F-4D97-AF65-F5344CB8AC3E}">
        <p14:creationId xmlns:p14="http://schemas.microsoft.com/office/powerpoint/2010/main" val="243557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754326"/>
          </a:xfrm>
          <a:prstGeom prst="rect">
            <a:avLst/>
          </a:prstGeom>
        </p:spPr>
        <p:txBody>
          <a:bodyPr wrap="square">
            <a:spAutoFit/>
          </a:bodyPr>
          <a:lstStyle/>
          <a:p>
            <a:pPr algn="just">
              <a:lnSpc>
                <a:spcPct val="200000"/>
              </a:lnSpc>
            </a:pPr>
            <a:r>
              <a:rPr lang="en-GB" b="1" dirty="0"/>
              <a:t>Step 3— Create the Data Folders to Store our Databases</a:t>
            </a:r>
          </a:p>
          <a:p>
            <a:r>
              <a:rPr lang="en-GB" dirty="0"/>
              <a:t>B. Inside the </a:t>
            </a:r>
            <a:r>
              <a:rPr lang="en-GB" b="1" dirty="0"/>
              <a:t>data</a:t>
            </a:r>
            <a:r>
              <a:rPr lang="en-GB" dirty="0"/>
              <a:t> folder you just created, create another folder called </a:t>
            </a:r>
            <a:r>
              <a:rPr lang="en-GB" b="1" dirty="0"/>
              <a:t>db</a:t>
            </a:r>
            <a:r>
              <a:rPr lang="en-GB" dirty="0"/>
              <a:t>.</a:t>
            </a:r>
          </a:p>
          <a:p>
            <a:r>
              <a:rPr lang="en-GB" dirty="0"/>
              <a:t/>
            </a:r>
            <a:br>
              <a:rPr lang="en-GB" dirty="0"/>
            </a:br>
            <a:r>
              <a:rPr lang="en-GB" dirty="0"/>
              <a:t/>
            </a:r>
            <a:br>
              <a:rPr lang="en-GB" dirty="0"/>
            </a:br>
            <a:endParaRPr lang="en-GB" dirty="0"/>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18</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8" name="Picture 7"/>
          <p:cNvPicPr>
            <a:picLocks noChangeAspect="1"/>
          </p:cNvPicPr>
          <p:nvPr/>
        </p:nvPicPr>
        <p:blipFill>
          <a:blip r:embed="rId3"/>
          <a:stretch>
            <a:fillRect/>
          </a:stretch>
        </p:blipFill>
        <p:spPr>
          <a:xfrm>
            <a:off x="2678402" y="2133600"/>
            <a:ext cx="6008398" cy="3490301"/>
          </a:xfrm>
          <a:prstGeom prst="rect">
            <a:avLst/>
          </a:prstGeom>
        </p:spPr>
      </p:pic>
    </p:spTree>
    <p:extLst>
      <p:ext uri="{BB962C8B-B14F-4D97-AF65-F5344CB8AC3E}">
        <p14:creationId xmlns:p14="http://schemas.microsoft.com/office/powerpoint/2010/main" val="409361087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585323"/>
          </a:xfrm>
          <a:prstGeom prst="rect">
            <a:avLst/>
          </a:prstGeom>
        </p:spPr>
        <p:txBody>
          <a:bodyPr wrap="square">
            <a:spAutoFit/>
          </a:bodyPr>
          <a:lstStyle/>
          <a:p>
            <a:r>
              <a:rPr lang="en-GB" b="1" dirty="0"/>
              <a:t>Step </a:t>
            </a:r>
            <a:r>
              <a:rPr lang="en-GB" b="1" dirty="0" smtClean="0"/>
              <a:t>4 </a:t>
            </a:r>
            <a:r>
              <a:rPr lang="en-GB" b="1" dirty="0"/>
              <a:t>— Verify That Setup was </a:t>
            </a:r>
            <a:r>
              <a:rPr lang="en-GB" b="1" dirty="0" smtClean="0"/>
              <a:t>Successful</a:t>
            </a:r>
          </a:p>
          <a:p>
            <a:endParaRPr lang="en-GB" b="1" dirty="0"/>
          </a:p>
          <a:p>
            <a:r>
              <a:rPr lang="en-GB" dirty="0" smtClean="0"/>
              <a:t>Type </a:t>
            </a:r>
            <a:r>
              <a:rPr lang="en-GB" dirty="0"/>
              <a:t>the following commands into the </a:t>
            </a:r>
            <a:r>
              <a:rPr lang="en-GB" dirty="0" smtClean="0"/>
              <a:t>Command Prompt:</a:t>
            </a:r>
          </a:p>
          <a:p>
            <a:endParaRPr lang="en-GB" b="1" dirty="0"/>
          </a:p>
          <a:p>
            <a:r>
              <a:rPr lang="en-GB" b="1" dirty="0" smtClean="0"/>
              <a:t>Mongo –version</a:t>
            </a:r>
          </a:p>
          <a:p>
            <a:endParaRPr lang="en-GB" b="1" dirty="0"/>
          </a:p>
          <a:p>
            <a:r>
              <a:rPr lang="en-GB" dirty="0" smtClean="0"/>
              <a:t>Example :</a:t>
            </a:r>
            <a:endParaRPr lang="en-GB" dirty="0"/>
          </a:p>
          <a:p>
            <a:r>
              <a:rPr lang="en-GB" dirty="0"/>
              <a:t/>
            </a:r>
            <a:br>
              <a:rPr lang="en-GB" dirty="0"/>
            </a:br>
            <a:endParaRPr lang="en-GB" dirty="0"/>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19</a:t>
            </a:fld>
            <a:endParaRPr lang="en-US"/>
          </a:p>
        </p:txBody>
      </p:sp>
      <p:sp>
        <p:nvSpPr>
          <p:cNvPr id="5" name="TextBox 4"/>
          <p:cNvSpPr txBox="1"/>
          <p:nvPr/>
        </p:nvSpPr>
        <p:spPr>
          <a:xfrm>
            <a:off x="152400" y="257022"/>
            <a:ext cx="5715000" cy="461665"/>
          </a:xfrm>
          <a:prstGeom prst="rect">
            <a:avLst/>
          </a:prstGeom>
          <a:noFill/>
        </p:spPr>
        <p:txBody>
          <a:bodyPr wrap="square" rtlCol="0">
            <a:spAutoFit/>
          </a:bodyPr>
          <a:lstStyle/>
          <a:p>
            <a:r>
              <a:rPr lang="en-US" sz="2400" b="1" dirty="0" smtClean="0">
                <a:solidFill>
                  <a:srgbClr val="121214"/>
                </a:solidFill>
              </a:rPr>
              <a:t>MongoDB Basic Installation (Cont’d…)</a:t>
            </a:r>
            <a:endParaRPr lang="en-IN" sz="2400" b="1" dirty="0"/>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pic>
        <p:nvPicPr>
          <p:cNvPr id="6" name="Picture 5"/>
          <p:cNvPicPr>
            <a:picLocks noChangeAspect="1"/>
          </p:cNvPicPr>
          <p:nvPr/>
        </p:nvPicPr>
        <p:blipFill>
          <a:blip r:embed="rId3"/>
          <a:stretch>
            <a:fillRect/>
          </a:stretch>
        </p:blipFill>
        <p:spPr>
          <a:xfrm>
            <a:off x="2590800" y="2545148"/>
            <a:ext cx="6345382" cy="3296073"/>
          </a:xfrm>
          <a:prstGeom prst="rect">
            <a:avLst/>
          </a:prstGeom>
        </p:spPr>
      </p:pic>
    </p:spTree>
    <p:extLst>
      <p:ext uri="{BB962C8B-B14F-4D97-AF65-F5344CB8AC3E}">
        <p14:creationId xmlns:p14="http://schemas.microsoft.com/office/powerpoint/2010/main" val="424190171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20</a:t>
            </a:fld>
            <a:endParaRPr lang="en-US"/>
          </a:p>
        </p:txBody>
      </p:sp>
      <p:sp>
        <p:nvSpPr>
          <p:cNvPr id="5" name="TextBox 4"/>
          <p:cNvSpPr txBox="1"/>
          <p:nvPr/>
        </p:nvSpPr>
        <p:spPr>
          <a:xfrm>
            <a:off x="203578" y="373120"/>
            <a:ext cx="5435221" cy="461665"/>
          </a:xfrm>
          <a:prstGeom prst="rect">
            <a:avLst/>
          </a:prstGeom>
          <a:noFill/>
        </p:spPr>
        <p:txBody>
          <a:bodyPr wrap="square" rtlCol="0">
            <a:spAutoFit/>
          </a:bodyPr>
          <a:lstStyle/>
          <a:p>
            <a:r>
              <a:rPr lang="en-GB" sz="2400" b="1" dirty="0" smtClean="0">
                <a:solidFill>
                  <a:srgbClr val="121214"/>
                </a:solidFill>
              </a:rPr>
              <a:t>What is MongoDB?</a:t>
            </a:r>
            <a:endParaRPr lang="en-IN" sz="2400" b="1" dirty="0"/>
          </a:p>
        </p:txBody>
      </p:sp>
      <p:sp>
        <p:nvSpPr>
          <p:cNvPr id="7" name="TextBox 6">
            <a:extLst>
              <a:ext uri="{FF2B5EF4-FFF2-40B4-BE49-F238E27FC236}">
                <a16:creationId xmlns:a16="http://schemas.microsoft.com/office/drawing/2014/main" id="{FB3A774B-F5C6-4696-A0C3-5761C26215AC}"/>
              </a:ext>
            </a:extLst>
          </p:cNvPr>
          <p:cNvSpPr txBox="1"/>
          <p:nvPr/>
        </p:nvSpPr>
        <p:spPr>
          <a:xfrm>
            <a:off x="-37327" y="1288012"/>
            <a:ext cx="9160545" cy="3685624"/>
          </a:xfrm>
          <a:prstGeom prst="rect">
            <a:avLst/>
          </a:prstGeom>
          <a:noFill/>
        </p:spPr>
        <p:txBody>
          <a:bodyPr wrap="square">
            <a:spAutoFit/>
          </a:bodyPr>
          <a:lstStyle/>
          <a:p>
            <a:pPr marL="285750" indent="-285750" algn="just" eaLnBrk="1" hangingPunct="1">
              <a:lnSpc>
                <a:spcPct val="200000"/>
              </a:lnSpc>
              <a:spcBef>
                <a:spcPts val="650"/>
              </a:spcBef>
              <a:buClr>
                <a:srgbClr val="0BD0D9"/>
              </a:buClr>
              <a:buSzPct val="95000"/>
              <a:buFont typeface="Wingdings" panose="05000000000000000000" pitchFamily="2" charset="2"/>
              <a:buChar char="ü"/>
              <a:defRPr/>
            </a:pPr>
            <a:r>
              <a:rPr lang="en-US" altLang="zh-CN" sz="1800" b="1" dirty="0">
                <a:solidFill>
                  <a:srgbClr val="000000"/>
                </a:solidFill>
                <a:latin typeface="Constantia" panose="02030602050306030303" pitchFamily="18" charset="0"/>
              </a:rPr>
              <a:t> </a:t>
            </a:r>
            <a:r>
              <a:rPr lang="en-US" altLang="zh-CN" sz="1800" dirty="0">
                <a:solidFill>
                  <a:srgbClr val="000000"/>
                </a:solidFill>
                <a:latin typeface="Constantia" panose="02030602050306030303" pitchFamily="18" charset="0"/>
              </a:rPr>
              <a:t>MongoDB is an </a:t>
            </a:r>
            <a:r>
              <a:rPr lang="en-US" altLang="zh-CN" sz="1800" dirty="0">
                <a:solidFill>
                  <a:schemeClr val="accent1"/>
                </a:solidFill>
                <a:latin typeface="Constantia" panose="02030602050306030303" pitchFamily="18" charset="0"/>
              </a:rPr>
              <a:t>open source</a:t>
            </a:r>
            <a:r>
              <a:rPr lang="en-US" altLang="zh-CN" sz="1800" dirty="0">
                <a:solidFill>
                  <a:srgbClr val="000000"/>
                </a:solidFill>
                <a:latin typeface="Constantia" panose="02030602050306030303" pitchFamily="18" charset="0"/>
              </a:rPr>
              <a:t>, </a:t>
            </a:r>
            <a:r>
              <a:rPr lang="en-US" altLang="zh-CN" sz="1800" dirty="0">
                <a:solidFill>
                  <a:schemeClr val="accent1"/>
                </a:solidFill>
                <a:latin typeface="Constantia" panose="02030602050306030303" pitchFamily="18" charset="0"/>
              </a:rPr>
              <a:t>document-oriented</a:t>
            </a:r>
            <a:r>
              <a:rPr lang="en-US" altLang="zh-CN" sz="1800" dirty="0">
                <a:solidFill>
                  <a:srgbClr val="000000"/>
                </a:solidFill>
                <a:latin typeface="Constantia" panose="02030602050306030303" pitchFamily="18" charset="0"/>
              </a:rPr>
              <a:t> database designed with both scalability and developer agility in mind. </a:t>
            </a:r>
          </a:p>
          <a:p>
            <a:pPr marL="285750" indent="-285750" algn="just" eaLnBrk="1" hangingPunct="1">
              <a:lnSpc>
                <a:spcPct val="200000"/>
              </a:lnSpc>
              <a:spcBef>
                <a:spcPts val="650"/>
              </a:spcBef>
              <a:buClr>
                <a:srgbClr val="0BD0D9"/>
              </a:buClr>
              <a:buSzPct val="95000"/>
              <a:buFont typeface="Wingdings" panose="05000000000000000000" pitchFamily="2" charset="2"/>
              <a:buChar char="ü"/>
              <a:defRPr/>
            </a:pPr>
            <a:r>
              <a:rPr lang="en-US" altLang="zh-CN" sz="1800" dirty="0">
                <a:solidFill>
                  <a:srgbClr val="000000"/>
                </a:solidFill>
                <a:latin typeface="Constantia" panose="02030602050306030303" pitchFamily="18" charset="0"/>
              </a:rPr>
              <a:t>Instead of storing your data</a:t>
            </a:r>
            <a:r>
              <a:rPr lang="en-US" altLang="zh-CN" sz="1800" dirty="0">
                <a:solidFill>
                  <a:schemeClr val="tx1"/>
                </a:solidFill>
                <a:latin typeface="Constantia" panose="02030602050306030303" pitchFamily="18" charset="0"/>
              </a:rPr>
              <a:t> in </a:t>
            </a:r>
            <a:r>
              <a:rPr lang="en-US" altLang="zh-CN" sz="1800" dirty="0">
                <a:solidFill>
                  <a:srgbClr val="FF0000"/>
                </a:solidFill>
                <a:latin typeface="Constantia" panose="02030602050306030303" pitchFamily="18" charset="0"/>
              </a:rPr>
              <a:t>tables and rows</a:t>
            </a:r>
            <a:r>
              <a:rPr lang="en-US" altLang="zh-CN" sz="1800" dirty="0">
                <a:solidFill>
                  <a:srgbClr val="000000"/>
                </a:solidFill>
                <a:latin typeface="Constantia" panose="02030602050306030303" pitchFamily="18" charset="0"/>
              </a:rPr>
              <a:t> as you would with a relational database, in MongoDB you store </a:t>
            </a:r>
            <a:r>
              <a:rPr lang="en-US" altLang="zh-CN" sz="1800" dirty="0">
                <a:solidFill>
                  <a:schemeClr val="accent1"/>
                </a:solidFill>
                <a:latin typeface="Constantia" panose="02030602050306030303" pitchFamily="18" charset="0"/>
              </a:rPr>
              <a:t>JSON-like documents </a:t>
            </a:r>
            <a:r>
              <a:rPr lang="en-US" altLang="zh-CN" sz="1800" dirty="0">
                <a:solidFill>
                  <a:srgbClr val="000000"/>
                </a:solidFill>
                <a:latin typeface="Constantia" panose="02030602050306030303" pitchFamily="18" charset="0"/>
              </a:rPr>
              <a:t>with </a:t>
            </a:r>
            <a:r>
              <a:rPr lang="en-US" altLang="zh-CN" sz="1800" dirty="0">
                <a:solidFill>
                  <a:schemeClr val="accent1"/>
                </a:solidFill>
                <a:latin typeface="Constantia" panose="02030602050306030303" pitchFamily="18" charset="0"/>
              </a:rPr>
              <a:t>dynamic schemas(schema-free, schema less)</a:t>
            </a:r>
            <a:r>
              <a:rPr lang="en-US" altLang="zh-CN" sz="1800" dirty="0">
                <a:solidFill>
                  <a:srgbClr val="000000"/>
                </a:solidFill>
                <a:latin typeface="Constantia" panose="02030602050306030303" pitchFamily="18" charset="0"/>
              </a:rPr>
              <a:t>.</a:t>
            </a:r>
          </a:p>
          <a:p>
            <a:pPr eaLnBrk="1" hangingPunct="1">
              <a:spcBef>
                <a:spcPts val="650"/>
              </a:spcBef>
              <a:buClr>
                <a:srgbClr val="0BD0D9"/>
              </a:buClr>
              <a:buSzPct val="95000"/>
              <a:buFont typeface="Wingdings 2" panose="05020102010507070707" pitchFamily="18" charset="2"/>
              <a:buChar char=""/>
              <a:defRPr/>
            </a:pPr>
            <a:endParaRPr lang="en-US" altLang="zh-CN" sz="1800" dirty="0">
              <a:solidFill>
                <a:srgbClr val="000000"/>
              </a:solidFill>
              <a:latin typeface="Constantia" panose="02030602050306030303" pitchFamily="18" charset="0"/>
            </a:endParaRPr>
          </a:p>
          <a:p>
            <a:pPr eaLnBrk="1" hangingPunct="1">
              <a:spcBef>
                <a:spcPts val="650"/>
              </a:spcBef>
              <a:buClr>
                <a:srgbClr val="0BD0D9"/>
              </a:buClr>
              <a:buSzPct val="95000"/>
              <a:buFont typeface="Wingdings 2" panose="05020102010507070707" pitchFamily="18" charset="2"/>
              <a:buChar char=""/>
              <a:defRPr/>
            </a:pPr>
            <a:endParaRPr lang="zh-CN" altLang="zh-CN" sz="1800" dirty="0">
              <a:solidFill>
                <a:srgbClr val="000000"/>
              </a:solidFill>
              <a:latin typeface="Constantia" panose="02030602050306030303" pitchFamily="18" charset="0"/>
            </a:endParaRPr>
          </a:p>
        </p:txBody>
      </p:sp>
      <p:pic>
        <p:nvPicPr>
          <p:cNvPr id="10" name="Picture 9"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56048" y="103611"/>
            <a:ext cx="2687061" cy="724247"/>
          </a:xfrm>
          <a:prstGeom prst="rect">
            <a:avLst/>
          </a:prstGeom>
        </p:spPr>
      </p:pic>
    </p:spTree>
    <p:extLst>
      <p:ext uri="{BB962C8B-B14F-4D97-AF65-F5344CB8AC3E}">
        <p14:creationId xmlns:p14="http://schemas.microsoft.com/office/powerpoint/2010/main" val="160039265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5" name="TextBox 4"/>
          <p:cNvSpPr txBox="1"/>
          <p:nvPr/>
        </p:nvSpPr>
        <p:spPr>
          <a:xfrm>
            <a:off x="203578" y="373120"/>
            <a:ext cx="5435221" cy="461665"/>
          </a:xfrm>
          <a:prstGeom prst="rect">
            <a:avLst/>
          </a:prstGeom>
          <a:noFill/>
        </p:spPr>
        <p:txBody>
          <a:bodyPr wrap="square" rtlCol="0">
            <a:spAutoFit/>
          </a:bodyPr>
          <a:lstStyle/>
          <a:p>
            <a:r>
              <a:rPr lang="en-GB" sz="2400" b="1" dirty="0" smtClean="0">
                <a:solidFill>
                  <a:srgbClr val="121214"/>
                </a:solidFill>
              </a:rPr>
              <a:t>What is MongoDB?  (Cont’d…)</a:t>
            </a:r>
            <a:endParaRPr lang="en-IN" sz="2400" b="1" dirty="0"/>
          </a:p>
        </p:txBody>
      </p:sp>
      <p:sp>
        <p:nvSpPr>
          <p:cNvPr id="7" name="TextBox 6">
            <a:extLst>
              <a:ext uri="{FF2B5EF4-FFF2-40B4-BE49-F238E27FC236}">
                <a16:creationId xmlns:a16="http://schemas.microsoft.com/office/drawing/2014/main" id="{FB3A774B-F5C6-4696-A0C3-5761C26215AC}"/>
              </a:ext>
            </a:extLst>
          </p:cNvPr>
          <p:cNvSpPr txBox="1"/>
          <p:nvPr/>
        </p:nvSpPr>
        <p:spPr>
          <a:xfrm>
            <a:off x="-37327" y="1288012"/>
            <a:ext cx="9160545" cy="1013098"/>
          </a:xfrm>
          <a:prstGeom prst="rect">
            <a:avLst/>
          </a:prstGeom>
          <a:noFill/>
        </p:spPr>
        <p:txBody>
          <a:bodyPr wrap="square">
            <a:spAutoFit/>
          </a:bodyPr>
          <a:lstStyle/>
          <a:p>
            <a:pPr marL="285750" indent="-285750" algn="just" eaLnBrk="1" hangingPunct="1">
              <a:lnSpc>
                <a:spcPct val="200000"/>
              </a:lnSpc>
              <a:spcBef>
                <a:spcPts val="650"/>
              </a:spcBef>
              <a:buClr>
                <a:srgbClr val="0BD0D9"/>
              </a:buClr>
              <a:buSzPct val="95000"/>
              <a:buFont typeface="Wingdings" panose="05000000000000000000" pitchFamily="2" charset="2"/>
              <a:buChar char="ü"/>
              <a:defRPr/>
            </a:pPr>
            <a:r>
              <a:rPr lang="en-US" altLang="zh-CN" sz="1800" b="1" dirty="0" smtClean="0">
                <a:solidFill>
                  <a:srgbClr val="000000"/>
                </a:solidFill>
                <a:latin typeface="Constantia" panose="02030602050306030303" pitchFamily="18" charset="0"/>
              </a:rPr>
              <a:t>Example: </a:t>
            </a:r>
            <a:endParaRPr lang="en-US" altLang="zh-CN" sz="1800" dirty="0">
              <a:solidFill>
                <a:srgbClr val="000000"/>
              </a:solidFill>
              <a:latin typeface="Constantia" panose="02030602050306030303" pitchFamily="18" charset="0"/>
            </a:endParaRPr>
          </a:p>
          <a:p>
            <a:pPr eaLnBrk="1" hangingPunct="1">
              <a:spcBef>
                <a:spcPts val="650"/>
              </a:spcBef>
              <a:buClr>
                <a:srgbClr val="0BD0D9"/>
              </a:buClr>
              <a:buSzPct val="95000"/>
              <a:buFont typeface="Wingdings 2" panose="05020102010507070707" pitchFamily="18" charset="2"/>
              <a:buChar char=""/>
              <a:defRPr/>
            </a:pPr>
            <a:endParaRPr lang="zh-CN" altLang="zh-CN" sz="1800" dirty="0">
              <a:solidFill>
                <a:srgbClr val="000000"/>
              </a:solidFill>
              <a:latin typeface="Constantia" panose="02030602050306030303" pitchFamily="18" charset="0"/>
            </a:endParaRPr>
          </a:p>
        </p:txBody>
      </p:sp>
      <p:sp>
        <p:nvSpPr>
          <p:cNvPr id="8" name="Lekerekített téglalap 12">
            <a:extLst>
              <a:ext uri="{FF2B5EF4-FFF2-40B4-BE49-F238E27FC236}">
                <a16:creationId xmlns:a16="http://schemas.microsoft.com/office/drawing/2014/main" id="{C968A72D-97FA-4817-93BC-5758E08A95B8}"/>
              </a:ext>
            </a:extLst>
          </p:cNvPr>
          <p:cNvSpPr/>
          <p:nvPr/>
        </p:nvSpPr>
        <p:spPr>
          <a:xfrm>
            <a:off x="1447800" y="1410372"/>
            <a:ext cx="5983865" cy="3656171"/>
          </a:xfrm>
          <a:prstGeom prst="roundRect">
            <a:avLst/>
          </a:prstGeom>
        </p:spPr>
        <p:style>
          <a:lnRef idx="2">
            <a:schemeClr val="accent1"/>
          </a:lnRef>
          <a:fillRef idx="1">
            <a:schemeClr val="lt1"/>
          </a:fillRef>
          <a:effectRef idx="0">
            <a:schemeClr val="accent1"/>
          </a:effectRef>
          <a:fontRef idx="minor">
            <a:schemeClr val="dk1"/>
          </a:fontRef>
        </p:style>
        <p:txBody>
          <a:bodyPr anchor="ctr"/>
          <a:lstStyle/>
          <a:p>
            <a:pPr eaLnBrk="1" hangingPunct="1">
              <a:defRPr/>
            </a:pPr>
            <a:r>
              <a:rPr lang="en-US" sz="2000" dirty="0"/>
              <a:t>   </a:t>
            </a:r>
            <a:r>
              <a:rPr lang="hu-HU" sz="2000" dirty="0"/>
              <a:t>{</a:t>
            </a:r>
          </a:p>
          <a:p>
            <a:pPr eaLnBrk="1" hangingPunct="1">
              <a:defRPr/>
            </a:pPr>
            <a:r>
              <a:rPr lang="hu-HU" sz="2000" dirty="0"/>
              <a:t>        "_</a:t>
            </a:r>
            <a:r>
              <a:rPr lang="hu-HU" sz="2000" dirty="0" err="1"/>
              <a:t>id</a:t>
            </a:r>
            <a:r>
              <a:rPr lang="hu-HU" sz="2000" dirty="0"/>
              <a:t>" : </a:t>
            </a:r>
            <a:r>
              <a:rPr lang="hu-HU" sz="2000" dirty="0" err="1"/>
              <a:t>ObjectId</a:t>
            </a:r>
            <a:r>
              <a:rPr lang="hu-HU" sz="2000" dirty="0"/>
              <a:t>("5114e0bd42…"),</a:t>
            </a:r>
          </a:p>
          <a:p>
            <a:pPr eaLnBrk="1" hangingPunct="1">
              <a:defRPr/>
            </a:pPr>
            <a:r>
              <a:rPr lang="hu-HU" sz="2000" dirty="0"/>
              <a:t>        “</a:t>
            </a:r>
            <a:r>
              <a:rPr lang="en-US" sz="2000" dirty="0"/>
              <a:t>FirstName</a:t>
            </a:r>
            <a:r>
              <a:rPr lang="hu-HU" sz="2000" dirty="0"/>
              <a:t>" : "John",</a:t>
            </a:r>
          </a:p>
          <a:p>
            <a:pPr eaLnBrk="1" hangingPunct="1">
              <a:defRPr/>
            </a:pPr>
            <a:r>
              <a:rPr lang="hu-HU" sz="2000" dirty="0"/>
              <a:t>        “</a:t>
            </a:r>
            <a:r>
              <a:rPr lang="en-US" sz="2000" dirty="0"/>
              <a:t>L</a:t>
            </a:r>
            <a:r>
              <a:rPr lang="hu-HU" sz="2000" dirty="0"/>
              <a:t>ast</a:t>
            </a:r>
            <a:r>
              <a:rPr lang="en-US" sz="2000" dirty="0"/>
              <a:t>Name</a:t>
            </a:r>
            <a:r>
              <a:rPr lang="hu-HU" sz="2000" dirty="0"/>
              <a:t>" : "Doe",</a:t>
            </a:r>
          </a:p>
          <a:p>
            <a:pPr eaLnBrk="1" hangingPunct="1">
              <a:defRPr/>
            </a:pPr>
            <a:r>
              <a:rPr lang="hu-HU" sz="2000" dirty="0"/>
              <a:t>        “</a:t>
            </a:r>
            <a:r>
              <a:rPr lang="en-US" sz="2000" dirty="0"/>
              <a:t>A</a:t>
            </a:r>
            <a:r>
              <a:rPr lang="hu-HU" sz="2000" dirty="0"/>
              <a:t>ge" : 39, </a:t>
            </a:r>
          </a:p>
          <a:p>
            <a:pPr eaLnBrk="1" hangingPunct="1">
              <a:defRPr/>
            </a:pPr>
            <a:r>
              <a:rPr lang="hu-HU" sz="2000" dirty="0"/>
              <a:t>       “</a:t>
            </a:r>
            <a:r>
              <a:rPr lang="en-US" sz="2000" dirty="0"/>
              <a:t>I</a:t>
            </a:r>
            <a:r>
              <a:rPr lang="hu-HU" sz="2000" dirty="0"/>
              <a:t>nterests" : [ "Reading",</a:t>
            </a:r>
            <a:r>
              <a:rPr lang="en-US" sz="2000" dirty="0"/>
              <a:t> </a:t>
            </a:r>
            <a:r>
              <a:rPr lang="hu-HU" sz="2000" dirty="0"/>
              <a:t> "Mountain Biking ]</a:t>
            </a:r>
          </a:p>
          <a:p>
            <a:pPr eaLnBrk="1" hangingPunct="1">
              <a:defRPr/>
            </a:pPr>
            <a:r>
              <a:rPr lang="hu-HU" sz="2000" dirty="0"/>
              <a:t>       </a:t>
            </a:r>
            <a:r>
              <a:rPr lang="en-US" sz="2000" dirty="0"/>
              <a:t>“Favorites": { </a:t>
            </a:r>
            <a:endParaRPr lang="hu-HU" sz="2000" dirty="0"/>
          </a:p>
          <a:p>
            <a:pPr eaLnBrk="1" hangingPunct="1">
              <a:defRPr/>
            </a:pPr>
            <a:r>
              <a:rPr lang="hu-HU" sz="2000" dirty="0"/>
              <a:t>               </a:t>
            </a:r>
            <a:r>
              <a:rPr lang="en-US" sz="2000" dirty="0"/>
              <a:t> 	    "color": "Blue", </a:t>
            </a:r>
            <a:endParaRPr lang="hu-HU" sz="2000" dirty="0"/>
          </a:p>
          <a:p>
            <a:pPr eaLnBrk="1" hangingPunct="1">
              <a:defRPr/>
            </a:pPr>
            <a:r>
              <a:rPr lang="hu-HU" sz="2000" dirty="0"/>
              <a:t>               </a:t>
            </a:r>
            <a:r>
              <a:rPr lang="en-US" sz="2000" dirty="0"/>
              <a:t>                "sport": "Soccer“</a:t>
            </a:r>
          </a:p>
          <a:p>
            <a:pPr eaLnBrk="1" hangingPunct="1">
              <a:defRPr/>
            </a:pPr>
            <a:r>
              <a:rPr lang="en-US" sz="2000" dirty="0"/>
              <a:t>		} </a:t>
            </a:r>
            <a:endParaRPr lang="hu-HU" sz="2000" b="1" dirty="0"/>
          </a:p>
          <a:p>
            <a:pPr eaLnBrk="1" hangingPunct="1">
              <a:defRPr/>
            </a:pPr>
            <a:r>
              <a:rPr lang="en-US" sz="2000" dirty="0"/>
              <a:t>     </a:t>
            </a:r>
            <a:r>
              <a:rPr lang="hu-HU" sz="2000" dirty="0"/>
              <a:t>}</a:t>
            </a:r>
          </a:p>
        </p:txBody>
      </p:sp>
      <p:pic>
        <p:nvPicPr>
          <p:cNvPr id="9" name="Picture 8"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56048" y="103611"/>
            <a:ext cx="2687061" cy="724247"/>
          </a:xfrm>
          <a:prstGeom prst="rect">
            <a:avLst/>
          </a:prstGeom>
        </p:spPr>
      </p:pic>
    </p:spTree>
    <p:extLst>
      <p:ext uri="{BB962C8B-B14F-4D97-AF65-F5344CB8AC3E}">
        <p14:creationId xmlns:p14="http://schemas.microsoft.com/office/powerpoint/2010/main" val="371937660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22</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Easy to use MongoDB</a:t>
            </a:r>
            <a:endParaRPr lang="en-IN" sz="2400" b="1" dirty="0"/>
          </a:p>
        </p:txBody>
      </p:sp>
      <p:pic>
        <p:nvPicPr>
          <p:cNvPr id="6" name="Picture 5">
            <a:extLst>
              <a:ext uri="{FF2B5EF4-FFF2-40B4-BE49-F238E27FC236}">
                <a16:creationId xmlns:a16="http://schemas.microsoft.com/office/drawing/2014/main" id="{11763F7C-9004-409F-8B9D-39C7A1F22056}"/>
              </a:ext>
            </a:extLst>
          </p:cNvPr>
          <p:cNvPicPr>
            <a:picLocks noChangeAspect="1"/>
          </p:cNvPicPr>
          <p:nvPr/>
        </p:nvPicPr>
        <p:blipFill>
          <a:blip r:embed="rId2"/>
          <a:stretch>
            <a:fillRect/>
          </a:stretch>
        </p:blipFill>
        <p:spPr>
          <a:xfrm>
            <a:off x="203579" y="1438727"/>
            <a:ext cx="8711821" cy="4065217"/>
          </a:xfrm>
          <a:prstGeom prst="rect">
            <a:avLst/>
          </a:prstGeom>
        </p:spPr>
      </p:pic>
      <p:pic>
        <p:nvPicPr>
          <p:cNvPr id="7" name="Picture 6"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56048" y="103611"/>
            <a:ext cx="2687061" cy="724247"/>
          </a:xfrm>
          <a:prstGeom prst="rect">
            <a:avLst/>
          </a:prstGeom>
        </p:spPr>
      </p:pic>
    </p:spTree>
    <p:extLst>
      <p:ext uri="{BB962C8B-B14F-4D97-AF65-F5344CB8AC3E}">
        <p14:creationId xmlns:p14="http://schemas.microsoft.com/office/powerpoint/2010/main" val="296869614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843453"/>
          </a:xfrm>
          <a:prstGeom prst="rect">
            <a:avLst/>
          </a:prstGeom>
        </p:spPr>
        <p:txBody>
          <a:bodyPr wrap="square">
            <a:spAutoFit/>
          </a:bodyPr>
          <a:lstStyle/>
          <a:p>
            <a:pPr marL="342900" indent="-342900" algn="just">
              <a:lnSpc>
                <a:spcPct val="200000"/>
              </a:lnSpc>
              <a:buFont typeface="Arial" panose="020B0604020202020204" pitchFamily="34" charset="0"/>
              <a:buChar char="•"/>
            </a:pPr>
            <a:r>
              <a:rPr lang="en-GB" sz="2000" dirty="0" smtClean="0"/>
              <a:t>MongoDB does not need any pre-defined data schema. Every document could have different data. </a:t>
            </a:r>
          </a:p>
          <a:p>
            <a:pPr marL="342900" indent="-342900" algn="just">
              <a:lnSpc>
                <a:spcPct val="20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23</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Schema Free</a:t>
            </a:r>
            <a:endParaRPr lang="en-IN" sz="2400" b="1" dirty="0"/>
          </a:p>
        </p:txBody>
      </p:sp>
      <p:grpSp>
        <p:nvGrpSpPr>
          <p:cNvPr id="6" name="Group 3">
            <a:extLst>
              <a:ext uri="{FF2B5EF4-FFF2-40B4-BE49-F238E27FC236}">
                <a16:creationId xmlns:a16="http://schemas.microsoft.com/office/drawing/2014/main" id="{C8A847D3-339C-42C4-B0C2-6B58F92CF697}"/>
              </a:ext>
            </a:extLst>
          </p:cNvPr>
          <p:cNvGrpSpPr>
            <a:grpSpLocks/>
          </p:cNvGrpSpPr>
          <p:nvPr/>
        </p:nvGrpSpPr>
        <p:grpSpPr bwMode="auto">
          <a:xfrm>
            <a:off x="2217783" y="2743200"/>
            <a:ext cx="6718399" cy="3425261"/>
            <a:chOff x="667822" y="1756985"/>
            <a:chExt cx="7683356" cy="3425261"/>
          </a:xfrm>
        </p:grpSpPr>
        <p:sp>
          <p:nvSpPr>
            <p:cNvPr id="7" name="Rounded Rectangle 45">
              <a:extLst>
                <a:ext uri="{FF2B5EF4-FFF2-40B4-BE49-F238E27FC236}">
                  <a16:creationId xmlns:a16="http://schemas.microsoft.com/office/drawing/2014/main" id="{234876B4-6FA4-4AC1-A2B2-FD47E59F2023}"/>
                </a:ext>
              </a:extLst>
            </p:cNvPr>
            <p:cNvSpPr/>
            <p:nvPr/>
          </p:nvSpPr>
          <p:spPr bwMode="auto">
            <a:xfrm>
              <a:off x="667822" y="1756985"/>
              <a:ext cx="7620001" cy="3169716"/>
            </a:xfrm>
            <a:prstGeom prst="roundRect">
              <a:avLst/>
            </a:prstGeom>
            <a:solidFill>
              <a:schemeClr val="accent1"/>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grpSp>
          <p:nvGrpSpPr>
            <p:cNvPr id="8" name="Group 47">
              <a:extLst>
                <a:ext uri="{FF2B5EF4-FFF2-40B4-BE49-F238E27FC236}">
                  <a16:creationId xmlns:a16="http://schemas.microsoft.com/office/drawing/2014/main" id="{07EE46D6-04F0-48AC-B47E-9523547FBAD2}"/>
                </a:ext>
              </a:extLst>
            </p:cNvPr>
            <p:cNvGrpSpPr>
              <a:grpSpLocks/>
            </p:cNvGrpSpPr>
            <p:nvPr/>
          </p:nvGrpSpPr>
          <p:grpSpPr bwMode="auto">
            <a:xfrm>
              <a:off x="830522" y="2047726"/>
              <a:ext cx="5589897" cy="3134520"/>
              <a:chOff x="-2110970" y="1237746"/>
              <a:chExt cx="5212947" cy="1830886"/>
            </a:xfrm>
          </p:grpSpPr>
          <p:sp>
            <p:nvSpPr>
              <p:cNvPr id="22" name="Document 60">
                <a:extLst>
                  <a:ext uri="{FF2B5EF4-FFF2-40B4-BE49-F238E27FC236}">
                    <a16:creationId xmlns:a16="http://schemas.microsoft.com/office/drawing/2014/main" id="{006DAF42-0017-4063-B545-6AC520AFB842}"/>
                  </a:ext>
                </a:extLst>
              </p:cNvPr>
              <p:cNvSpPr/>
              <p:nvPr/>
            </p:nvSpPr>
            <p:spPr bwMode="auto">
              <a:xfrm>
                <a:off x="-2110970" y="1237746"/>
                <a:ext cx="2054378" cy="1279568"/>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23" name="Rectangle 22">
                <a:extLst>
                  <a:ext uri="{FF2B5EF4-FFF2-40B4-BE49-F238E27FC236}">
                    <a16:creationId xmlns:a16="http://schemas.microsoft.com/office/drawing/2014/main" id="{06B7A5AD-179C-4801-A83B-B438987FDDE2}"/>
                  </a:ext>
                </a:extLst>
              </p:cNvPr>
              <p:cNvSpPr/>
              <p:nvPr/>
            </p:nvSpPr>
            <p:spPr>
              <a:xfrm>
                <a:off x="1158683" y="2743074"/>
                <a:ext cx="1943294" cy="325558"/>
              </a:xfrm>
              <a:prstGeom prst="rect">
                <a:avLst/>
              </a:prstGeom>
              <a:ln>
                <a:noFill/>
              </a:ln>
            </p:spPr>
            <p:txBody>
              <a:bodyPr lIns="64291" tIns="32146" rIns="64291" bIns="32146">
                <a:spAutoFit/>
              </a:bodyPr>
              <a:lstStyle/>
              <a:p>
                <a:pPr marL="27905" eaLnBrk="1" fontAlgn="auto" hangingPunct="1">
                  <a:spcBef>
                    <a:spcPts val="0"/>
                  </a:spcBef>
                  <a:spcAft>
                    <a:spcPts val="0"/>
                  </a:spcAft>
                  <a:defRPr/>
                </a:pPr>
                <a:endParaRPr lang="hu-HU" dirty="0">
                  <a:ln>
                    <a:solidFill>
                      <a:srgbClr val="675E47">
                        <a:lumMod val="10000"/>
                      </a:srgbClr>
                    </a:solidFill>
                  </a:ln>
                  <a:solidFill>
                    <a:srgbClr val="000000"/>
                  </a:solidFill>
                  <a:latin typeface="Calibri"/>
                </a:endParaRPr>
              </a:p>
              <a:p>
                <a:pPr marL="27905" eaLnBrk="1" fontAlgn="auto" hangingPunct="1">
                  <a:spcBef>
                    <a:spcPts val="0"/>
                  </a:spcBef>
                  <a:spcAft>
                    <a:spcPts val="0"/>
                  </a:spcAft>
                  <a:defRPr/>
                </a:pPr>
                <a:endParaRPr lang="hu-HU" sz="1400" dirty="0">
                  <a:solidFill>
                    <a:srgbClr val="2F2B20"/>
                  </a:solidFill>
                  <a:latin typeface="Calibri"/>
                </a:endParaRPr>
              </a:p>
            </p:txBody>
          </p:sp>
        </p:grpSp>
        <p:grpSp>
          <p:nvGrpSpPr>
            <p:cNvPr id="9" name="Group 48">
              <a:extLst>
                <a:ext uri="{FF2B5EF4-FFF2-40B4-BE49-F238E27FC236}">
                  <a16:creationId xmlns:a16="http://schemas.microsoft.com/office/drawing/2014/main" id="{6BCFD7DF-615B-4DAE-A542-FFCA151E8778}"/>
                </a:ext>
              </a:extLst>
            </p:cNvPr>
            <p:cNvGrpSpPr>
              <a:grpSpLocks/>
            </p:cNvGrpSpPr>
            <p:nvPr/>
          </p:nvGrpSpPr>
          <p:grpSpPr bwMode="auto">
            <a:xfrm>
              <a:off x="3316451" y="2087364"/>
              <a:ext cx="2469764" cy="1516062"/>
              <a:chOff x="3321608" y="2354652"/>
              <a:chExt cx="1917632" cy="1434262"/>
            </a:xfrm>
          </p:grpSpPr>
          <p:sp>
            <p:nvSpPr>
              <p:cNvPr id="20" name="Document 58">
                <a:extLst>
                  <a:ext uri="{FF2B5EF4-FFF2-40B4-BE49-F238E27FC236}">
                    <a16:creationId xmlns:a16="http://schemas.microsoft.com/office/drawing/2014/main" id="{AD58274D-7279-4C59-B7B9-CB9F84E929EA}"/>
                  </a:ext>
                </a:extLst>
              </p:cNvPr>
              <p:cNvSpPr/>
              <p:nvPr/>
            </p:nvSpPr>
            <p:spPr bwMode="auto">
              <a:xfrm>
                <a:off x="3321608" y="2354652"/>
                <a:ext cx="1711545" cy="1434262"/>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21" name="Rectangle 20">
                <a:extLst>
                  <a:ext uri="{FF2B5EF4-FFF2-40B4-BE49-F238E27FC236}">
                    <a16:creationId xmlns:a16="http://schemas.microsoft.com/office/drawing/2014/main" id="{AA741B5C-D3A5-4E5B-9203-384D9E7EC814}"/>
                  </a:ext>
                </a:extLst>
              </p:cNvPr>
              <p:cNvSpPr>
                <a:spLocks noChangeAspect="1"/>
              </p:cNvSpPr>
              <p:nvPr/>
            </p:nvSpPr>
            <p:spPr>
              <a:xfrm>
                <a:off x="3436629" y="2531526"/>
                <a:ext cx="1802611" cy="1080513"/>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sz="1400" dirty="0">
                    <a:ln>
                      <a:solidFill>
                        <a:srgbClr val="675E47">
                          <a:lumMod val="10000"/>
                        </a:srgbClr>
                      </a:solidFill>
                    </a:ln>
                    <a:solidFill>
                      <a:schemeClr val="bg1"/>
                    </a:solidFill>
                    <a:latin typeface="Calibri"/>
                  </a:rPr>
                  <a:t> {</a:t>
                </a:r>
                <a:r>
                  <a:rPr lang="en-US" sz="1400" dirty="0">
                    <a:solidFill>
                      <a:schemeClr val="bg1"/>
                    </a:solidFill>
                    <a:latin typeface="Calibri"/>
                  </a:rPr>
                  <a:t>name: “jeff”,</a:t>
                </a:r>
              </a:p>
              <a:p>
                <a:pPr marL="27905" eaLnBrk="1" fontAlgn="auto" hangingPunct="1">
                  <a:spcBef>
                    <a:spcPts val="0"/>
                  </a:spcBef>
                  <a:spcAft>
                    <a:spcPts val="0"/>
                  </a:spcAft>
                  <a:defRPr/>
                </a:pPr>
                <a:r>
                  <a:rPr lang="en-US" sz="1400" dirty="0">
                    <a:solidFill>
                      <a:schemeClr val="bg1"/>
                    </a:solidFill>
                    <a:latin typeface="Calibri"/>
                  </a:rPr>
                  <a:t>  eyes: “blue”,</a:t>
                </a:r>
              </a:p>
              <a:p>
                <a:pPr marL="27905" eaLnBrk="1" fontAlgn="auto" hangingPunct="1">
                  <a:spcBef>
                    <a:spcPts val="0"/>
                  </a:spcBef>
                  <a:spcAft>
                    <a:spcPts val="0"/>
                  </a:spcAft>
                  <a:defRPr/>
                </a:pPr>
                <a:r>
                  <a:rPr lang="hu-HU" sz="1400" dirty="0">
                    <a:solidFill>
                      <a:schemeClr val="bg1"/>
                    </a:solidFill>
                    <a:latin typeface="Calibri"/>
                  </a:rPr>
                  <a:t>  loc: [40.7, 73.4],</a:t>
                </a:r>
                <a:endParaRPr lang="en-US" sz="1400" dirty="0">
                  <a:solidFill>
                    <a:schemeClr val="bg1"/>
                  </a:solidFill>
                  <a:latin typeface="Calibri"/>
                </a:endParaRPr>
              </a:p>
              <a:p>
                <a:pPr marL="27905" eaLnBrk="1" fontAlgn="auto" hangingPunct="1">
                  <a:spcBef>
                    <a:spcPts val="0"/>
                  </a:spcBef>
                  <a:spcAft>
                    <a:spcPts val="0"/>
                  </a:spcAft>
                  <a:defRPr/>
                </a:pPr>
                <a:r>
                  <a:rPr lang="hu-HU" sz="1400" dirty="0">
                    <a:solidFill>
                      <a:schemeClr val="bg1"/>
                    </a:solidFill>
                    <a:latin typeface="Calibri"/>
                  </a:rPr>
                  <a:t>  </a:t>
                </a:r>
                <a:r>
                  <a:rPr lang="en-US" sz="1400" dirty="0">
                    <a:solidFill>
                      <a:schemeClr val="bg1"/>
                    </a:solidFill>
                    <a:latin typeface="Calibri"/>
                  </a:rPr>
                  <a:t>boss: “ben”</a:t>
                </a:r>
                <a:r>
                  <a:rPr lang="hu-HU" sz="1400" dirty="0">
                    <a:solidFill>
                      <a:schemeClr val="bg1"/>
                    </a:solidFill>
                    <a:latin typeface="Calibri"/>
                  </a:rPr>
                  <a:t>}</a:t>
                </a:r>
              </a:p>
              <a:p>
                <a:pPr marL="27905" eaLnBrk="1" fontAlgn="auto" hangingPunct="1">
                  <a:spcBef>
                    <a:spcPts val="0"/>
                  </a:spcBef>
                  <a:spcAft>
                    <a:spcPts val="0"/>
                  </a:spcAft>
                  <a:defRPr/>
                </a:pPr>
                <a:endParaRPr lang="hu-HU" sz="1400" dirty="0">
                  <a:solidFill>
                    <a:schemeClr val="bg1"/>
                  </a:solidFill>
                  <a:latin typeface="Calibri"/>
                </a:endParaRPr>
              </a:p>
            </p:txBody>
          </p:sp>
        </p:grpSp>
        <p:grpSp>
          <p:nvGrpSpPr>
            <p:cNvPr id="10" name="Group 49">
              <a:extLst>
                <a:ext uri="{FF2B5EF4-FFF2-40B4-BE49-F238E27FC236}">
                  <a16:creationId xmlns:a16="http://schemas.microsoft.com/office/drawing/2014/main" id="{C0E72036-2355-4C59-A7B2-6C33A0046A74}"/>
                </a:ext>
              </a:extLst>
            </p:cNvPr>
            <p:cNvGrpSpPr>
              <a:grpSpLocks/>
            </p:cNvGrpSpPr>
            <p:nvPr/>
          </p:nvGrpSpPr>
          <p:grpSpPr bwMode="auto">
            <a:xfrm>
              <a:off x="5836630" y="2106422"/>
              <a:ext cx="2514548" cy="1017588"/>
              <a:chOff x="5407257" y="2467593"/>
              <a:chExt cx="2057247" cy="787950"/>
            </a:xfrm>
          </p:grpSpPr>
          <p:sp>
            <p:nvSpPr>
              <p:cNvPr id="18" name="Document 56">
                <a:extLst>
                  <a:ext uri="{FF2B5EF4-FFF2-40B4-BE49-F238E27FC236}">
                    <a16:creationId xmlns:a16="http://schemas.microsoft.com/office/drawing/2014/main" id="{300831AF-6985-4BDA-A7DF-23A8DAEEDBD2}"/>
                  </a:ext>
                </a:extLst>
              </p:cNvPr>
              <p:cNvSpPr/>
              <p:nvPr/>
            </p:nvSpPr>
            <p:spPr bwMode="auto">
              <a:xfrm>
                <a:off x="5407257" y="2467593"/>
                <a:ext cx="1674455" cy="787950"/>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19" name="Rectangle 57">
                <a:extLst>
                  <a:ext uri="{FF2B5EF4-FFF2-40B4-BE49-F238E27FC236}">
                    <a16:creationId xmlns:a16="http://schemas.microsoft.com/office/drawing/2014/main" id="{C85B3EAB-5DB6-477D-A702-3C57865EDA57}"/>
                  </a:ext>
                </a:extLst>
              </p:cNvPr>
              <p:cNvSpPr>
                <a:spLocks noChangeArrowheads="1"/>
              </p:cNvSpPr>
              <p:nvPr/>
            </p:nvSpPr>
            <p:spPr bwMode="auto">
              <a:xfrm>
                <a:off x="5521509" y="2607729"/>
                <a:ext cx="1942995" cy="5507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latin typeface="Calibri" panose="020F0502020204030204" pitchFamily="34" charset="0"/>
                  </a:rPr>
                  <a:t>{name: “</a:t>
                </a:r>
                <a:r>
                  <a:rPr lang="en-US" altLang="en-US" sz="1400" dirty="0" err="1">
                    <a:solidFill>
                      <a:schemeClr val="bg1"/>
                    </a:solidFill>
                    <a:latin typeface="Calibri" panose="020F0502020204030204" pitchFamily="34" charset="0"/>
                  </a:rPr>
                  <a:t>brendan</a:t>
                </a:r>
                <a:r>
                  <a:rPr lang="en-US" altLang="en-US" sz="1400" dirty="0">
                    <a:solidFill>
                      <a:schemeClr val="bg1"/>
                    </a:solidFill>
                    <a:latin typeface="Calibri" panose="020F0502020204030204" pitchFamily="34" charset="0"/>
                  </a:rPr>
                  <a:t>”,</a:t>
                </a:r>
              </a:p>
              <a:p>
                <a:pPr eaLnBrk="1" hangingPunct="1"/>
                <a:r>
                  <a:rPr lang="hu-HU" altLang="en-US" sz="1400" dirty="0">
                    <a:solidFill>
                      <a:schemeClr val="bg1"/>
                    </a:solidFill>
                    <a:latin typeface="Calibri" panose="020F0502020204030204" pitchFamily="34" charset="0"/>
                  </a:rPr>
                  <a:t>  </a:t>
                </a:r>
                <a:r>
                  <a:rPr lang="hu-HU" sz="1400" dirty="0">
                    <a:solidFill>
                      <a:schemeClr val="bg1"/>
                    </a:solidFill>
                    <a:latin typeface="Calibri"/>
                  </a:rPr>
                  <a:t> </a:t>
                </a:r>
                <a:r>
                  <a:rPr lang="en-US" sz="1400" dirty="0">
                    <a:solidFill>
                      <a:schemeClr val="bg1"/>
                    </a:solidFill>
                    <a:latin typeface="Calibri"/>
                  </a:rPr>
                  <a:t>boss: “will”</a:t>
                </a:r>
                <a:r>
                  <a:rPr lang="hu-HU" altLang="en-US" sz="1400" dirty="0">
                    <a:solidFill>
                      <a:schemeClr val="bg1"/>
                    </a:solidFill>
                    <a:latin typeface="Calibri" panose="020F0502020204030204" pitchFamily="34" charset="0"/>
                  </a:rPr>
                  <a:t>}</a:t>
                </a:r>
              </a:p>
              <a:p>
                <a:pPr eaLnBrk="1" hangingPunct="1"/>
                <a:endParaRPr lang="hu-HU" altLang="en-US" sz="1400" dirty="0">
                  <a:solidFill>
                    <a:schemeClr val="bg1"/>
                  </a:solidFill>
                  <a:latin typeface="Calibri" panose="020F0502020204030204" pitchFamily="34" charset="0"/>
                </a:endParaRPr>
              </a:p>
            </p:txBody>
          </p:sp>
        </p:grpSp>
        <p:grpSp>
          <p:nvGrpSpPr>
            <p:cNvPr id="11" name="Group 50">
              <a:extLst>
                <a:ext uri="{FF2B5EF4-FFF2-40B4-BE49-F238E27FC236}">
                  <a16:creationId xmlns:a16="http://schemas.microsoft.com/office/drawing/2014/main" id="{9CE4FC42-CD34-43AA-B4A1-63E66A643026}"/>
                </a:ext>
              </a:extLst>
            </p:cNvPr>
            <p:cNvGrpSpPr>
              <a:grpSpLocks/>
            </p:cNvGrpSpPr>
            <p:nvPr/>
          </p:nvGrpSpPr>
          <p:grpSpPr bwMode="auto">
            <a:xfrm>
              <a:off x="3313437" y="3883338"/>
              <a:ext cx="2269607" cy="1029682"/>
              <a:chOff x="5442162" y="2520533"/>
              <a:chExt cx="1758295" cy="797315"/>
            </a:xfrm>
          </p:grpSpPr>
          <p:sp>
            <p:nvSpPr>
              <p:cNvPr id="16" name="Document 54">
                <a:extLst>
                  <a:ext uri="{FF2B5EF4-FFF2-40B4-BE49-F238E27FC236}">
                    <a16:creationId xmlns:a16="http://schemas.microsoft.com/office/drawing/2014/main" id="{8359B0B8-825D-40E2-A604-DE12408C02DA}"/>
                  </a:ext>
                </a:extLst>
              </p:cNvPr>
              <p:cNvSpPr/>
              <p:nvPr/>
            </p:nvSpPr>
            <p:spPr bwMode="auto">
              <a:xfrm>
                <a:off x="5442162" y="2520533"/>
                <a:ext cx="1706640" cy="786721"/>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17" name="Rectangle 16">
                <a:extLst>
                  <a:ext uri="{FF2B5EF4-FFF2-40B4-BE49-F238E27FC236}">
                    <a16:creationId xmlns:a16="http://schemas.microsoft.com/office/drawing/2014/main" id="{73B43B34-504B-4A54-B1B2-9900FA83F981}"/>
                  </a:ext>
                </a:extLst>
              </p:cNvPr>
              <p:cNvSpPr/>
              <p:nvPr/>
            </p:nvSpPr>
            <p:spPr>
              <a:xfrm>
                <a:off x="5633394" y="2624111"/>
                <a:ext cx="1567063" cy="693737"/>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dirty="0">
                    <a:ln>
                      <a:solidFill>
                        <a:srgbClr val="675E47">
                          <a:lumMod val="10000"/>
                        </a:srgbClr>
                      </a:solidFill>
                    </a:ln>
                    <a:solidFill>
                      <a:schemeClr val="bg1"/>
                    </a:solidFill>
                    <a:latin typeface="Calibri"/>
                  </a:rPr>
                  <a:t>{</a:t>
                </a:r>
                <a:r>
                  <a:rPr lang="en-US" dirty="0">
                    <a:solidFill>
                      <a:schemeClr val="bg1"/>
                    </a:solidFill>
                    <a:latin typeface="Calibri"/>
                  </a:rPr>
                  <a:t>name: “ben”,</a:t>
                </a:r>
              </a:p>
              <a:p>
                <a:pPr marL="27905" eaLnBrk="1" fontAlgn="auto" hangingPunct="1">
                  <a:spcBef>
                    <a:spcPts val="0"/>
                  </a:spcBef>
                  <a:spcAft>
                    <a:spcPts val="0"/>
                  </a:spcAft>
                  <a:defRPr/>
                </a:pPr>
                <a:r>
                  <a:rPr lang="hu-HU" dirty="0">
                    <a:solidFill>
                      <a:schemeClr val="bg1"/>
                    </a:solidFill>
                    <a:latin typeface="Calibri"/>
                  </a:rPr>
                  <a:t>  </a:t>
                </a:r>
                <a:r>
                  <a:rPr lang="en-US" dirty="0">
                    <a:solidFill>
                      <a:schemeClr val="bg1"/>
                    </a:solidFill>
                    <a:latin typeface="Calibri"/>
                  </a:rPr>
                  <a:t>age:25</a:t>
                </a:r>
                <a:r>
                  <a:rPr lang="hu-HU" dirty="0">
                    <a:solidFill>
                      <a:schemeClr val="bg1"/>
                    </a:solidFill>
                    <a:latin typeface="Calibri"/>
                  </a:rPr>
                  <a:t>}</a:t>
                </a:r>
              </a:p>
              <a:p>
                <a:pPr marL="27905" eaLnBrk="1" fontAlgn="auto" hangingPunct="1">
                  <a:spcBef>
                    <a:spcPts val="0"/>
                  </a:spcBef>
                  <a:spcAft>
                    <a:spcPts val="0"/>
                  </a:spcAft>
                  <a:defRPr/>
                </a:pPr>
                <a:endParaRPr lang="hu-HU" dirty="0">
                  <a:solidFill>
                    <a:schemeClr val="bg1"/>
                  </a:solidFill>
                  <a:latin typeface="Calibri"/>
                </a:endParaRPr>
              </a:p>
            </p:txBody>
          </p:sp>
        </p:grpSp>
        <p:grpSp>
          <p:nvGrpSpPr>
            <p:cNvPr id="12" name="Group 51">
              <a:extLst>
                <a:ext uri="{FF2B5EF4-FFF2-40B4-BE49-F238E27FC236}">
                  <a16:creationId xmlns:a16="http://schemas.microsoft.com/office/drawing/2014/main" id="{23868B85-4EF9-4327-A0DA-00201335C7FD}"/>
                </a:ext>
              </a:extLst>
            </p:cNvPr>
            <p:cNvGrpSpPr>
              <a:grpSpLocks/>
            </p:cNvGrpSpPr>
            <p:nvPr/>
          </p:nvGrpSpPr>
          <p:grpSpPr bwMode="auto">
            <a:xfrm>
              <a:off x="5818251" y="3259865"/>
              <a:ext cx="2408192" cy="1514475"/>
              <a:chOff x="3257328" y="2395434"/>
              <a:chExt cx="1926486" cy="1432759"/>
            </a:xfrm>
          </p:grpSpPr>
          <p:sp>
            <p:nvSpPr>
              <p:cNvPr id="14" name="Document 52">
                <a:extLst>
                  <a:ext uri="{FF2B5EF4-FFF2-40B4-BE49-F238E27FC236}">
                    <a16:creationId xmlns:a16="http://schemas.microsoft.com/office/drawing/2014/main" id="{FDC49234-7C13-46BD-A5D1-4A95C2A4E775}"/>
                  </a:ext>
                </a:extLst>
              </p:cNvPr>
              <p:cNvSpPr/>
              <p:nvPr/>
            </p:nvSpPr>
            <p:spPr bwMode="auto">
              <a:xfrm>
                <a:off x="3257328" y="2395434"/>
                <a:ext cx="1830292" cy="1432759"/>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15" name="Rectangle 53">
                <a:extLst>
                  <a:ext uri="{FF2B5EF4-FFF2-40B4-BE49-F238E27FC236}">
                    <a16:creationId xmlns:a16="http://schemas.microsoft.com/office/drawing/2014/main" id="{D6964B85-1E35-4728-B3AC-554906C2910D}"/>
                  </a:ext>
                </a:extLst>
              </p:cNvPr>
              <p:cNvSpPr>
                <a:spLocks noChangeAspect="1"/>
              </p:cNvSpPr>
              <p:nvPr/>
            </p:nvSpPr>
            <p:spPr bwMode="auto">
              <a:xfrm>
                <a:off x="3378020" y="2441659"/>
                <a:ext cx="1805794" cy="1371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dirty="0">
                    <a:solidFill>
                      <a:schemeClr val="bg1"/>
                    </a:solidFill>
                    <a:latin typeface="Calibri" panose="020F0502020204030204" pitchFamily="34" charset="0"/>
                  </a:rPr>
                  <a:t>{name: “matt”,</a:t>
                </a:r>
              </a:p>
              <a:p>
                <a:pPr eaLnBrk="1" hangingPunct="1"/>
                <a:r>
                  <a:rPr lang="en-US" altLang="en-US" dirty="0">
                    <a:solidFill>
                      <a:schemeClr val="bg1"/>
                    </a:solidFill>
                    <a:latin typeface="Calibri" panose="020F0502020204030204" pitchFamily="34" charset="0"/>
                  </a:rPr>
                  <a:t>  weight:60,</a:t>
                </a:r>
              </a:p>
              <a:p>
                <a:pPr eaLnBrk="1" hangingPunct="1"/>
                <a:r>
                  <a:rPr lang="en-US" altLang="en-US" dirty="0">
                    <a:solidFill>
                      <a:schemeClr val="bg1"/>
                    </a:solidFill>
                    <a:latin typeface="Calibri" panose="020F0502020204030204" pitchFamily="34" charset="0"/>
                  </a:rPr>
                  <a:t>  height: 72,</a:t>
                </a:r>
              </a:p>
              <a:p>
                <a:pPr eaLnBrk="1" hangingPunct="1"/>
                <a:r>
                  <a:rPr lang="hu-HU" altLang="en-US" dirty="0">
                    <a:solidFill>
                      <a:schemeClr val="bg1"/>
                    </a:solidFill>
                    <a:latin typeface="Calibri" panose="020F0502020204030204" pitchFamily="34" charset="0"/>
                  </a:rPr>
                  <a:t>  loc: [44.6, 71.3]}</a:t>
                </a:r>
              </a:p>
              <a:p>
                <a:pPr eaLnBrk="1" hangingPunct="1"/>
                <a:endParaRPr lang="hu-HU" altLang="en-US" dirty="0">
                  <a:solidFill>
                    <a:schemeClr val="bg1"/>
                  </a:solidFill>
                  <a:latin typeface="Calibri" panose="020F0502020204030204" pitchFamily="34" charset="0"/>
                </a:endParaRPr>
              </a:p>
            </p:txBody>
          </p:sp>
        </p:grpSp>
        <p:sp>
          <p:nvSpPr>
            <p:cNvPr id="13" name="Rectangle 15">
              <a:extLst>
                <a:ext uri="{FF2B5EF4-FFF2-40B4-BE49-F238E27FC236}">
                  <a16:creationId xmlns:a16="http://schemas.microsoft.com/office/drawing/2014/main" id="{05C63FC3-10EF-4B6A-B950-6AFED1A015D1}"/>
                </a:ext>
              </a:extLst>
            </p:cNvPr>
            <p:cNvSpPr>
              <a:spLocks noChangeArrowheads="1"/>
            </p:cNvSpPr>
            <p:nvPr/>
          </p:nvSpPr>
          <p:spPr bwMode="auto">
            <a:xfrm>
              <a:off x="848603" y="2182267"/>
              <a:ext cx="3071246"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rPr>
                <a:t>{name: </a:t>
              </a:r>
              <a:r>
                <a:rPr lang="en-US" altLang="en-US" sz="1400" dirty="0" smtClean="0">
                  <a:solidFill>
                    <a:schemeClr val="bg1"/>
                  </a:solidFill>
                </a:rPr>
                <a:t>“</a:t>
              </a:r>
              <a:r>
                <a:rPr lang="en-US" altLang="en-US" sz="1400" dirty="0" err="1" smtClean="0">
                  <a:solidFill>
                    <a:schemeClr val="bg1"/>
                  </a:solidFill>
                </a:rPr>
                <a:t>Ahamed</a:t>
              </a:r>
              <a:r>
                <a:rPr lang="en-US" altLang="en-US" sz="1400" dirty="0" smtClean="0">
                  <a:solidFill>
                    <a:schemeClr val="bg1"/>
                  </a:solidFill>
                </a:rPr>
                <a:t>”,</a:t>
              </a:r>
              <a:endParaRPr lang="en-US" altLang="en-US" sz="1400" dirty="0">
                <a:solidFill>
                  <a:schemeClr val="bg1"/>
                </a:solidFill>
              </a:endParaRPr>
            </a:p>
            <a:p>
              <a:pPr eaLnBrk="1" hangingPunct="1"/>
              <a:r>
                <a:rPr lang="en-US" altLang="en-US" sz="1400" dirty="0">
                  <a:solidFill>
                    <a:schemeClr val="bg1"/>
                  </a:solidFill>
                </a:rPr>
                <a:t>  eyes: “blue”,</a:t>
              </a:r>
            </a:p>
            <a:p>
              <a:pPr eaLnBrk="1" hangingPunct="1"/>
              <a:r>
                <a:rPr lang="en-US" altLang="en-US" sz="1400" dirty="0">
                  <a:solidFill>
                    <a:schemeClr val="bg1"/>
                  </a:solidFill>
                </a:rPr>
                <a:t>  birthplace: </a:t>
              </a:r>
              <a:r>
                <a:rPr lang="en-US" altLang="en-US" sz="1400" dirty="0" smtClean="0">
                  <a:solidFill>
                    <a:schemeClr val="bg1"/>
                  </a:solidFill>
                </a:rPr>
                <a:t>“KA”,</a:t>
              </a:r>
              <a:endParaRPr lang="en-US" altLang="en-US" sz="1400" dirty="0">
                <a:solidFill>
                  <a:schemeClr val="bg1"/>
                </a:solidFill>
              </a:endParaRPr>
            </a:p>
            <a:p>
              <a:pPr eaLnBrk="1" hangingPunct="1"/>
              <a:r>
                <a:rPr lang="hu-HU" altLang="en-US" sz="1400" dirty="0">
                  <a:solidFill>
                    <a:schemeClr val="bg1"/>
                  </a:solidFill>
                </a:rPr>
                <a:t>  aliases: </a:t>
              </a:r>
              <a:r>
                <a:rPr lang="hu-HU" altLang="en-US" sz="1400" dirty="0" smtClean="0">
                  <a:solidFill>
                    <a:schemeClr val="bg1"/>
                  </a:solidFill>
                </a:rPr>
                <a:t>[“</a:t>
              </a:r>
              <a:r>
                <a:rPr lang="en-GB" altLang="en-US" sz="1400" dirty="0" err="1" smtClean="0">
                  <a:solidFill>
                    <a:schemeClr val="bg1"/>
                  </a:solidFill>
                </a:rPr>
                <a:t>nas</a:t>
              </a:r>
              <a:r>
                <a:rPr lang="hu-HU" altLang="en-US" sz="1400" dirty="0" smtClean="0">
                  <a:solidFill>
                    <a:schemeClr val="bg1"/>
                  </a:solidFill>
                </a:rPr>
                <a:t>”, “</a:t>
              </a:r>
              <a:r>
                <a:rPr lang="en-US" altLang="en-US" sz="1400" dirty="0" err="1" smtClean="0">
                  <a:solidFill>
                    <a:schemeClr val="bg1"/>
                  </a:solidFill>
                </a:rPr>
                <a:t>deen</a:t>
              </a:r>
              <a:r>
                <a:rPr lang="hu-HU" altLang="en-US" sz="1400" dirty="0">
                  <a:solidFill>
                    <a:schemeClr val="bg1"/>
                  </a:solidFill>
                </a:rPr>
                <a:t>”],</a:t>
              </a:r>
            </a:p>
            <a:p>
              <a:pPr eaLnBrk="1" hangingPunct="1"/>
              <a:r>
                <a:rPr lang="hu-HU" altLang="en-US" sz="1400" dirty="0">
                  <a:solidFill>
                    <a:schemeClr val="bg1"/>
                  </a:solidFill>
                </a:rPr>
                <a:t>  loc: [32.7, 63.4],</a:t>
              </a:r>
            </a:p>
            <a:p>
              <a:pPr eaLnBrk="1" hangingPunct="1"/>
              <a:r>
                <a:rPr lang="hu-HU" altLang="en-US" sz="1400" dirty="0">
                  <a:solidFill>
                    <a:schemeClr val="bg1"/>
                  </a:solidFill>
                </a:rPr>
                <a:t>  boss: ”ben”}</a:t>
              </a:r>
            </a:p>
          </p:txBody>
        </p:sp>
      </p:grpSp>
      <p:pic>
        <p:nvPicPr>
          <p:cNvPr id="24" name="Picture 23"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9121" y="65858"/>
            <a:ext cx="2687061" cy="724247"/>
          </a:xfrm>
          <a:prstGeom prst="rect">
            <a:avLst/>
          </a:prstGeom>
        </p:spPr>
      </p:pic>
    </p:spTree>
    <p:extLst>
      <p:ext uri="{BB962C8B-B14F-4D97-AF65-F5344CB8AC3E}">
        <p14:creationId xmlns:p14="http://schemas.microsoft.com/office/powerpoint/2010/main" val="207272503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1415772"/>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400" b="1" i="1" dirty="0" smtClean="0"/>
          </a:p>
          <a:p>
            <a:pPr marL="342900" indent="-342900" algn="just">
              <a:buFont typeface="Arial" panose="020B0604020202020204" pitchFamily="34" charset="0"/>
              <a:buChar char="•"/>
            </a:pPr>
            <a:endParaRPr lang="en-GB" sz="2000" b="1" i="1" dirty="0" smtClean="0"/>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24</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RDBMS Vs MongoDB</a:t>
            </a:r>
            <a:endParaRPr lang="en-IN" sz="2400" b="1" dirty="0"/>
          </a:p>
        </p:txBody>
      </p:sp>
      <p:pic>
        <p:nvPicPr>
          <p:cNvPr id="6" name="Picture 5"/>
          <p:cNvPicPr>
            <a:picLocks noChangeAspect="1"/>
          </p:cNvPicPr>
          <p:nvPr/>
        </p:nvPicPr>
        <p:blipFill>
          <a:blip r:embed="rId2"/>
          <a:stretch>
            <a:fillRect/>
          </a:stretch>
        </p:blipFill>
        <p:spPr>
          <a:xfrm>
            <a:off x="330958" y="1501090"/>
            <a:ext cx="8355842" cy="3832910"/>
          </a:xfrm>
          <a:prstGeom prst="rect">
            <a:avLst/>
          </a:prstGeom>
        </p:spPr>
      </p:pic>
    </p:spTree>
    <p:extLst>
      <p:ext uri="{BB962C8B-B14F-4D97-AF65-F5344CB8AC3E}">
        <p14:creationId xmlns:p14="http://schemas.microsoft.com/office/powerpoint/2010/main" val="369654964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3579" y="1190262"/>
            <a:ext cx="8711821" cy="1323439"/>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b="1" dirty="0">
              <a:solidFill>
                <a:srgbClr val="FF0000"/>
              </a:solidFill>
            </a:endParaRPr>
          </a:p>
          <a:p>
            <a:pPr marL="342900" indent="-342900" algn="just">
              <a:buFont typeface="Arial" panose="020B0604020202020204" pitchFamily="34" charset="0"/>
              <a:buChar char="•"/>
            </a:pPr>
            <a:endParaRPr lang="en-GB" sz="2000" b="1" i="1" dirty="0" smtClean="0"/>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25</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Features of MongoDB</a:t>
            </a:r>
            <a:endParaRPr lang="en-IN" sz="2400" b="1" dirty="0"/>
          </a:p>
        </p:txBody>
      </p:sp>
      <p:sp>
        <p:nvSpPr>
          <p:cNvPr id="6" name="Tartalom helye 2">
            <a:extLst>
              <a:ext uri="{FF2B5EF4-FFF2-40B4-BE49-F238E27FC236}">
                <a16:creationId xmlns:a16="http://schemas.microsoft.com/office/drawing/2014/main" id="{2F1C6C22-045E-40E1-90CB-130576644F0F}"/>
              </a:ext>
            </a:extLst>
          </p:cNvPr>
          <p:cNvSpPr txBox="1">
            <a:spLocks/>
          </p:cNvSpPr>
          <p:nvPr/>
        </p:nvSpPr>
        <p:spPr>
          <a:xfrm>
            <a:off x="423645" y="1190262"/>
            <a:ext cx="8720355" cy="431196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hu-HU" sz="2400" dirty="0"/>
              <a:t>Document-Oriented </a:t>
            </a:r>
            <a:r>
              <a:rPr lang="hu-HU" sz="2400" dirty="0" smtClean="0"/>
              <a:t>stor</a:t>
            </a:r>
            <a:r>
              <a:rPr lang="en-GB" sz="2400" dirty="0" smtClean="0"/>
              <a:t>a</a:t>
            </a:r>
            <a:r>
              <a:rPr lang="hu-HU" sz="2400" dirty="0" smtClean="0"/>
              <a:t>ge</a:t>
            </a:r>
            <a:endParaRPr lang="hu-HU" sz="2400" dirty="0"/>
          </a:p>
          <a:p>
            <a:pPr>
              <a:defRPr/>
            </a:pPr>
            <a:r>
              <a:rPr lang="hu-HU" sz="2400" dirty="0"/>
              <a:t>Full Index Support</a:t>
            </a:r>
          </a:p>
          <a:p>
            <a:pPr>
              <a:defRPr/>
            </a:pPr>
            <a:r>
              <a:rPr lang="hu-HU" sz="2400" dirty="0"/>
              <a:t>Replication &amp; High Availability</a:t>
            </a:r>
          </a:p>
          <a:p>
            <a:pPr>
              <a:defRPr/>
            </a:pPr>
            <a:r>
              <a:rPr lang="hu-HU" sz="2400" dirty="0"/>
              <a:t>Auto-Sharding</a:t>
            </a:r>
          </a:p>
          <a:p>
            <a:pPr>
              <a:defRPr/>
            </a:pPr>
            <a:r>
              <a:rPr lang="en-US" sz="2400" dirty="0"/>
              <a:t>Aggregation</a:t>
            </a:r>
          </a:p>
          <a:p>
            <a:pPr>
              <a:defRPr/>
            </a:pPr>
            <a:r>
              <a:rPr lang="en-US" sz="2400" dirty="0"/>
              <a:t>MongoDB Atlas</a:t>
            </a:r>
          </a:p>
          <a:p>
            <a:pPr eaLnBrk="1" hangingPunct="1"/>
            <a:r>
              <a:rPr lang="hu-HU" altLang="en-US" sz="2400" dirty="0"/>
              <a:t>Various APIs</a:t>
            </a:r>
          </a:p>
          <a:p>
            <a:pPr lvl="1" eaLnBrk="1" hangingPunct="1"/>
            <a:r>
              <a:rPr lang="hu-HU" altLang="en-US" sz="2000" dirty="0"/>
              <a:t>JavaScript, Python, Ruby, Perl, Java, Java, Scala, C#, C++, Haskell, Erlang</a:t>
            </a:r>
          </a:p>
          <a:p>
            <a:pPr eaLnBrk="1" hangingPunct="1"/>
            <a:r>
              <a:rPr lang="hu-HU" altLang="en-US" sz="2400" dirty="0"/>
              <a:t>Community</a:t>
            </a:r>
          </a:p>
          <a:p>
            <a:pPr>
              <a:defRPr/>
            </a:pPr>
            <a:endParaRPr lang="hu-HU" dirty="0"/>
          </a:p>
          <a:p>
            <a:pPr marL="114300" indent="0">
              <a:buFont typeface="Arial" panose="020B0604020202020204" pitchFamily="34" charset="0"/>
              <a:buNone/>
              <a:defRPr/>
            </a:pPr>
            <a:endParaRPr lang="hu-HU" dirty="0"/>
          </a:p>
        </p:txBody>
      </p:sp>
      <p:pic>
        <p:nvPicPr>
          <p:cNvPr id="7" name="Picture 6"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28339" y="110538"/>
            <a:ext cx="2687061" cy="724247"/>
          </a:xfrm>
          <a:prstGeom prst="rect">
            <a:avLst/>
          </a:prstGeom>
        </p:spPr>
      </p:pic>
    </p:spTree>
    <p:extLst>
      <p:ext uri="{BB962C8B-B14F-4D97-AF65-F5344CB8AC3E}">
        <p14:creationId xmlns:p14="http://schemas.microsoft.com/office/powerpoint/2010/main" val="161836077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96931"/>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26</a:t>
            </a:fld>
            <a:endParaRPr lang="en-US"/>
          </a:p>
        </p:txBody>
      </p:sp>
      <p:sp>
        <p:nvSpPr>
          <p:cNvPr id="5" name="TextBox 4"/>
          <p:cNvSpPr txBox="1"/>
          <p:nvPr/>
        </p:nvSpPr>
        <p:spPr>
          <a:xfrm>
            <a:off x="203578" y="373120"/>
            <a:ext cx="5435222" cy="461665"/>
          </a:xfrm>
          <a:prstGeom prst="rect">
            <a:avLst/>
          </a:prstGeom>
          <a:noFill/>
        </p:spPr>
        <p:txBody>
          <a:bodyPr wrap="square" rtlCol="0">
            <a:spAutoFit/>
          </a:bodyPr>
          <a:lstStyle/>
          <a:p>
            <a:r>
              <a:rPr lang="en-US" sz="2400" b="1" dirty="0" smtClean="0">
                <a:solidFill>
                  <a:srgbClr val="121214"/>
                </a:solidFill>
              </a:rPr>
              <a:t>CRUD (Create, Read, Update, Delete)</a:t>
            </a:r>
            <a:endParaRPr lang="en-IN" sz="2400" b="1" dirty="0"/>
          </a:p>
        </p:txBody>
      </p:sp>
      <p:pic>
        <p:nvPicPr>
          <p:cNvPr id="6" name="Picture 5"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28339" y="110538"/>
            <a:ext cx="2687061" cy="724247"/>
          </a:xfrm>
          <a:prstGeom prst="rect">
            <a:avLst/>
          </a:prstGeom>
        </p:spPr>
      </p:pic>
      <p:sp>
        <p:nvSpPr>
          <p:cNvPr id="7" name="Rectangle 3"/>
          <p:cNvSpPr txBox="1">
            <a:spLocks/>
          </p:cNvSpPr>
          <p:nvPr/>
        </p:nvSpPr>
        <p:spPr>
          <a:xfrm>
            <a:off x="369058" y="1251855"/>
            <a:ext cx="7620000" cy="4800600"/>
          </a:xfrm>
          <a:prstGeom prst="rect">
            <a:avLst/>
          </a:prstGeom>
        </p:spPr>
        <p:txBody>
          <a:bodyPr/>
          <a:lst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hu-HU" altLang="en-US" sz="2400" dirty="0" smtClean="0"/>
              <a:t>Create</a:t>
            </a:r>
          </a:p>
          <a:p>
            <a:pPr lvl="1"/>
            <a:r>
              <a:rPr lang="hu-HU" altLang="en-US" sz="2000" dirty="0" smtClean="0"/>
              <a:t>db.collection.insert( &lt;document&gt; ) </a:t>
            </a:r>
          </a:p>
          <a:p>
            <a:pPr lvl="1"/>
            <a:r>
              <a:rPr lang="hu-HU" altLang="en-US" sz="2000" dirty="0" smtClean="0"/>
              <a:t>db.collection.save( &lt;document&gt; ) </a:t>
            </a:r>
          </a:p>
          <a:p>
            <a:pPr lvl="1"/>
            <a:r>
              <a:rPr lang="hu-HU" altLang="en-US" sz="2000" dirty="0" smtClean="0"/>
              <a:t>db.collection.update( &lt;query&gt;, &lt;update&gt;, { upsert: true } ) </a:t>
            </a:r>
          </a:p>
          <a:p>
            <a:r>
              <a:rPr lang="hu-HU" altLang="en-US" sz="2400" dirty="0" smtClean="0"/>
              <a:t>Read</a:t>
            </a:r>
          </a:p>
          <a:p>
            <a:pPr lvl="1"/>
            <a:r>
              <a:rPr lang="hu-HU" altLang="en-US" sz="2000" dirty="0" smtClean="0"/>
              <a:t>db.collection.find( &lt;query&gt;, &lt;projection&gt; )</a:t>
            </a:r>
          </a:p>
          <a:p>
            <a:pPr lvl="1"/>
            <a:r>
              <a:rPr lang="hu-HU" altLang="en-US" sz="2000" dirty="0" smtClean="0"/>
              <a:t>db.collection.findOne( &lt;query&gt;, &lt;projection&gt; ) </a:t>
            </a:r>
          </a:p>
          <a:p>
            <a:r>
              <a:rPr lang="hu-HU" altLang="en-US" sz="2400" dirty="0" smtClean="0"/>
              <a:t>Update</a:t>
            </a:r>
          </a:p>
          <a:p>
            <a:pPr lvl="1"/>
            <a:r>
              <a:rPr lang="hu-HU" altLang="en-US" sz="2000" dirty="0" smtClean="0"/>
              <a:t>db.collection.update( &lt;query&gt;, &lt;update&gt;, &lt;options&gt; ) </a:t>
            </a:r>
          </a:p>
          <a:p>
            <a:r>
              <a:rPr lang="hu-HU" altLang="en-US" sz="2400" dirty="0" smtClean="0"/>
              <a:t>Delete</a:t>
            </a:r>
          </a:p>
          <a:p>
            <a:pPr lvl="1"/>
            <a:r>
              <a:rPr lang="hu-HU" altLang="en-US" sz="2000" dirty="0" smtClean="0"/>
              <a:t>db.collection.remove( &lt;query&gt;, &lt;justOne&gt; ) </a:t>
            </a:r>
          </a:p>
        </p:txBody>
      </p:sp>
    </p:spTree>
    <p:extLst>
      <p:ext uri="{BB962C8B-B14F-4D97-AF65-F5344CB8AC3E}">
        <p14:creationId xmlns:p14="http://schemas.microsoft.com/office/powerpoint/2010/main" val="290895455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96931"/>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27</a:t>
            </a:fld>
            <a:endParaRPr lang="en-US"/>
          </a:p>
        </p:txBody>
      </p:sp>
      <p:sp>
        <p:nvSpPr>
          <p:cNvPr id="5" name="TextBox 4"/>
          <p:cNvSpPr txBox="1"/>
          <p:nvPr/>
        </p:nvSpPr>
        <p:spPr>
          <a:xfrm>
            <a:off x="203578" y="373120"/>
            <a:ext cx="5435222" cy="461665"/>
          </a:xfrm>
          <a:prstGeom prst="rect">
            <a:avLst/>
          </a:prstGeom>
          <a:noFill/>
        </p:spPr>
        <p:txBody>
          <a:bodyPr wrap="square" rtlCol="0">
            <a:spAutoFit/>
          </a:bodyPr>
          <a:lstStyle/>
          <a:p>
            <a:r>
              <a:rPr lang="en-US" sz="2400" b="1" dirty="0" smtClean="0">
                <a:solidFill>
                  <a:srgbClr val="121214"/>
                </a:solidFill>
              </a:rPr>
              <a:t>CRUD (Create, Read, Update, Delete</a:t>
            </a:r>
            <a:endParaRPr lang="en-IN" sz="2400" b="1" dirty="0"/>
          </a:p>
        </p:txBody>
      </p:sp>
      <p:pic>
        <p:nvPicPr>
          <p:cNvPr id="6" name="Picture 5"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28339" y="110538"/>
            <a:ext cx="2687061" cy="724247"/>
          </a:xfrm>
          <a:prstGeom prst="rect">
            <a:avLst/>
          </a:prstGeom>
        </p:spPr>
      </p:pic>
      <p:sp>
        <p:nvSpPr>
          <p:cNvPr id="7" name="Rectangle 3"/>
          <p:cNvSpPr txBox="1">
            <a:spLocks/>
          </p:cNvSpPr>
          <p:nvPr/>
        </p:nvSpPr>
        <p:spPr>
          <a:xfrm>
            <a:off x="369058" y="1251855"/>
            <a:ext cx="7620000" cy="4800600"/>
          </a:xfrm>
          <a:prstGeom prst="rect">
            <a:avLst/>
          </a:prstGeom>
        </p:spPr>
        <p:txBody>
          <a:bodyPr/>
          <a:lst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altLang="en-US" sz="2400" dirty="0" smtClean="0"/>
              <a:t>Example:</a:t>
            </a:r>
          </a:p>
          <a:p>
            <a:endParaRPr lang="hu-HU" altLang="en-US" sz="2000" dirty="0" smtClean="0"/>
          </a:p>
        </p:txBody>
      </p:sp>
      <p:sp>
        <p:nvSpPr>
          <p:cNvPr id="8" name="Lekerekített téglalap 12"/>
          <p:cNvSpPr/>
          <p:nvPr/>
        </p:nvSpPr>
        <p:spPr>
          <a:xfrm>
            <a:off x="369058" y="1748787"/>
            <a:ext cx="2755142" cy="1985014"/>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anchor="ctr"/>
          <a:lstStyle>
            <a:lvl1pPr eaLnBrk="0" hangingPunct="0">
              <a:tabLst>
                <a:tab pos="536575" algn="l"/>
              </a:tabLst>
              <a:defRPr>
                <a:solidFill>
                  <a:schemeClr val="tx1"/>
                </a:solidFill>
                <a:latin typeface="Arial" panose="020B0604020202020204" pitchFamily="34" charset="0"/>
              </a:defRPr>
            </a:lvl1pPr>
            <a:lvl2pPr marL="742950" indent="-285750" eaLnBrk="0" hangingPunct="0">
              <a:tabLst>
                <a:tab pos="536575" algn="l"/>
              </a:tabLst>
              <a:defRPr>
                <a:solidFill>
                  <a:schemeClr val="tx1"/>
                </a:solidFill>
                <a:latin typeface="Arial" panose="020B0604020202020204" pitchFamily="34" charset="0"/>
              </a:defRPr>
            </a:lvl2pPr>
            <a:lvl3pPr marL="1143000" indent="-228600" eaLnBrk="0" hangingPunct="0">
              <a:tabLst>
                <a:tab pos="536575" algn="l"/>
              </a:tabLst>
              <a:defRPr>
                <a:solidFill>
                  <a:schemeClr val="tx1"/>
                </a:solidFill>
                <a:latin typeface="Arial" panose="020B0604020202020204" pitchFamily="34" charset="0"/>
              </a:defRPr>
            </a:lvl3pPr>
            <a:lvl4pPr marL="1600200" indent="-228600" eaLnBrk="0" hangingPunct="0">
              <a:tabLst>
                <a:tab pos="536575" algn="l"/>
              </a:tabLst>
              <a:defRPr>
                <a:solidFill>
                  <a:schemeClr val="tx1"/>
                </a:solidFill>
                <a:latin typeface="Arial" panose="020B0604020202020204" pitchFamily="34" charset="0"/>
              </a:defRPr>
            </a:lvl4pPr>
            <a:lvl5pPr marL="2057400" indent="-228600" eaLnBrk="0" hangingPunct="0">
              <a:tabLst>
                <a:tab pos="536575"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536575"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536575"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536575"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536575" algn="l"/>
              </a:tabLst>
              <a:defRPr>
                <a:solidFill>
                  <a:schemeClr val="tx1"/>
                </a:solidFill>
                <a:latin typeface="Arial" panose="020B0604020202020204" pitchFamily="34" charset="0"/>
              </a:defRPr>
            </a:lvl9pPr>
          </a:lstStyle>
          <a:p>
            <a:pPr eaLnBrk="1" hangingPunct="1">
              <a:defRPr/>
            </a:pPr>
            <a:r>
              <a:rPr lang="hu-HU" altLang="en-US" sz="2000" dirty="0" smtClean="0">
                <a:solidFill>
                  <a:srgbClr val="FFFFFF"/>
                </a:solidFill>
                <a:latin typeface="Calibri" panose="020F0502020204030204" pitchFamily="34" charset="0"/>
              </a:rPr>
              <a:t>&gt; db.user.</a:t>
            </a:r>
            <a:r>
              <a:rPr lang="hu-HU" altLang="en-US" sz="2000" dirty="0" smtClean="0">
                <a:solidFill>
                  <a:srgbClr val="FFFFFF"/>
                </a:solidFill>
              </a:rPr>
              <a:t>insert</a:t>
            </a:r>
            <a:r>
              <a:rPr lang="hu-HU" altLang="en-US" sz="2000" dirty="0" smtClean="0">
                <a:solidFill>
                  <a:srgbClr val="FFFFFF"/>
                </a:solidFill>
                <a:latin typeface="Calibri" panose="020F0502020204030204" pitchFamily="34" charset="0"/>
              </a:rPr>
              <a:t>({</a:t>
            </a:r>
          </a:p>
          <a:p>
            <a:pPr eaLnBrk="1" hangingPunct="1">
              <a:defRPr/>
            </a:pPr>
            <a:r>
              <a:rPr lang="hu-HU" altLang="en-US" sz="2000" dirty="0" smtClean="0">
                <a:solidFill>
                  <a:srgbClr val="FFFFFF"/>
                </a:solidFill>
              </a:rPr>
              <a:t>	</a:t>
            </a:r>
            <a:r>
              <a:rPr lang="hu-HU" altLang="en-US" sz="2000" dirty="0" smtClean="0">
                <a:solidFill>
                  <a:srgbClr val="FFFFFF"/>
                </a:solidFill>
                <a:latin typeface="Calibri" panose="020F0502020204030204" pitchFamily="34" charset="0"/>
              </a:rPr>
              <a:t>first: </a:t>
            </a:r>
            <a:r>
              <a:rPr lang="hu-HU" altLang="en-US" dirty="0" smtClean="0">
                <a:solidFill>
                  <a:srgbClr val="FFFFFF"/>
                </a:solidFill>
              </a:rPr>
              <a:t>“</a:t>
            </a:r>
            <a:r>
              <a:rPr lang="en-GB" altLang="en-US" dirty="0" err="1" smtClean="0">
                <a:solidFill>
                  <a:srgbClr val="FFFFFF"/>
                </a:solidFill>
              </a:rPr>
              <a:t>Nasur</a:t>
            </a:r>
            <a:r>
              <a:rPr lang="hu-HU" altLang="en-US" dirty="0" smtClean="0">
                <a:solidFill>
                  <a:srgbClr val="FFFFFF"/>
                </a:solidFill>
              </a:rPr>
              <a:t>",</a:t>
            </a:r>
          </a:p>
          <a:p>
            <a:pPr eaLnBrk="1" hangingPunct="1">
              <a:defRPr/>
            </a:pPr>
            <a:r>
              <a:rPr lang="hu-HU" altLang="en-US" dirty="0" smtClean="0">
                <a:solidFill>
                  <a:srgbClr val="FFFFFF"/>
                </a:solidFill>
              </a:rPr>
              <a:t>	last : “</a:t>
            </a:r>
            <a:r>
              <a:rPr lang="en-GB" altLang="en-US" dirty="0" err="1" smtClean="0">
                <a:solidFill>
                  <a:srgbClr val="FFFFFF"/>
                </a:solidFill>
              </a:rPr>
              <a:t>Ahamed</a:t>
            </a:r>
            <a:r>
              <a:rPr lang="en-GB" altLang="en-US" dirty="0" smtClean="0">
                <a:solidFill>
                  <a:srgbClr val="FFFFFF"/>
                </a:solidFill>
              </a:rPr>
              <a:t>”</a:t>
            </a:r>
            <a:r>
              <a:rPr lang="hu-HU" altLang="en-US" dirty="0" smtClean="0">
                <a:solidFill>
                  <a:srgbClr val="FFFFFF"/>
                </a:solidFill>
              </a:rPr>
              <a:t>,</a:t>
            </a:r>
          </a:p>
          <a:p>
            <a:pPr eaLnBrk="1" hangingPunct="1">
              <a:defRPr/>
            </a:pPr>
            <a:r>
              <a:rPr lang="hu-HU" altLang="en-US" dirty="0" smtClean="0">
                <a:solidFill>
                  <a:srgbClr val="FFFFFF"/>
                </a:solidFill>
              </a:rPr>
              <a:t>	age: </a:t>
            </a:r>
            <a:r>
              <a:rPr lang="en-GB" altLang="en-US" dirty="0" smtClean="0">
                <a:solidFill>
                  <a:srgbClr val="FFFFFF"/>
                </a:solidFill>
              </a:rPr>
              <a:t>30</a:t>
            </a:r>
            <a:endParaRPr lang="hu-HU" altLang="en-US" dirty="0" smtClean="0">
              <a:solidFill>
                <a:srgbClr val="FFFFFF"/>
              </a:solidFill>
            </a:endParaRPr>
          </a:p>
          <a:p>
            <a:pPr eaLnBrk="1" hangingPunct="1">
              <a:defRPr/>
            </a:pPr>
            <a:r>
              <a:rPr lang="hu-HU" altLang="en-US" sz="2000" dirty="0" smtClean="0">
                <a:solidFill>
                  <a:srgbClr val="FFFFFF"/>
                </a:solidFill>
                <a:latin typeface="Calibri" panose="020F0502020204030204" pitchFamily="34" charset="0"/>
              </a:rPr>
              <a:t>})</a:t>
            </a:r>
          </a:p>
        </p:txBody>
      </p:sp>
      <p:sp>
        <p:nvSpPr>
          <p:cNvPr id="9" name="Lekerekített téglalap 12"/>
          <p:cNvSpPr/>
          <p:nvPr/>
        </p:nvSpPr>
        <p:spPr>
          <a:xfrm>
            <a:off x="4179058" y="1797365"/>
            <a:ext cx="3352042" cy="2224407"/>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anchor="ctr"/>
          <a:lstStyle>
            <a:lvl1pPr eaLnBrk="0" hangingPunct="0">
              <a:tabLst>
                <a:tab pos="536575" algn="l"/>
              </a:tabLst>
              <a:defRPr>
                <a:solidFill>
                  <a:schemeClr val="tx1"/>
                </a:solidFill>
                <a:latin typeface="Arial" panose="020B0604020202020204" pitchFamily="34" charset="0"/>
              </a:defRPr>
            </a:lvl1pPr>
            <a:lvl2pPr marL="742950" indent="-285750" eaLnBrk="0" hangingPunct="0">
              <a:tabLst>
                <a:tab pos="536575" algn="l"/>
              </a:tabLst>
              <a:defRPr>
                <a:solidFill>
                  <a:schemeClr val="tx1"/>
                </a:solidFill>
                <a:latin typeface="Arial" panose="020B0604020202020204" pitchFamily="34" charset="0"/>
              </a:defRPr>
            </a:lvl2pPr>
            <a:lvl3pPr marL="1143000" indent="-228600" eaLnBrk="0" hangingPunct="0">
              <a:tabLst>
                <a:tab pos="536575" algn="l"/>
              </a:tabLst>
              <a:defRPr>
                <a:solidFill>
                  <a:schemeClr val="tx1"/>
                </a:solidFill>
                <a:latin typeface="Arial" panose="020B0604020202020204" pitchFamily="34" charset="0"/>
              </a:defRPr>
            </a:lvl3pPr>
            <a:lvl4pPr marL="1600200" indent="-228600" eaLnBrk="0" hangingPunct="0">
              <a:tabLst>
                <a:tab pos="536575" algn="l"/>
              </a:tabLst>
              <a:defRPr>
                <a:solidFill>
                  <a:schemeClr val="tx1"/>
                </a:solidFill>
                <a:latin typeface="Arial" panose="020B0604020202020204" pitchFamily="34" charset="0"/>
              </a:defRPr>
            </a:lvl4pPr>
            <a:lvl5pPr marL="2057400" indent="-228600" eaLnBrk="0" hangingPunct="0">
              <a:tabLst>
                <a:tab pos="536575"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536575"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536575"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536575"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536575" algn="l"/>
              </a:tabLst>
              <a:defRPr>
                <a:solidFill>
                  <a:schemeClr val="tx1"/>
                </a:solidFill>
                <a:latin typeface="Arial" panose="020B0604020202020204" pitchFamily="34" charset="0"/>
              </a:defRPr>
            </a:lvl9pPr>
          </a:lstStyle>
          <a:p>
            <a:pPr eaLnBrk="1" hangingPunct="1">
              <a:defRPr/>
            </a:pPr>
            <a:r>
              <a:rPr lang="hu-HU" altLang="en-US" dirty="0" smtClean="0">
                <a:solidFill>
                  <a:srgbClr val="FFFFFF"/>
                </a:solidFill>
              </a:rPr>
              <a:t>&gt; db.user.find ()</a:t>
            </a:r>
          </a:p>
          <a:p>
            <a:pPr eaLnBrk="1" hangingPunct="1">
              <a:defRPr/>
            </a:pPr>
            <a:r>
              <a:rPr lang="en-US" altLang="en-US" dirty="0" smtClean="0">
                <a:solidFill>
                  <a:srgbClr val="FFFFFF"/>
                </a:solidFill>
              </a:rPr>
              <a:t>{ </a:t>
            </a:r>
            <a:endParaRPr lang="hu-HU" altLang="en-US" dirty="0" smtClean="0">
              <a:solidFill>
                <a:srgbClr val="FFFFFF"/>
              </a:solidFill>
            </a:endParaRPr>
          </a:p>
          <a:p>
            <a:pPr eaLnBrk="1" hangingPunct="1">
              <a:defRPr/>
            </a:pPr>
            <a:r>
              <a:rPr lang="hu-HU" altLang="en-US" dirty="0" smtClean="0">
                <a:solidFill>
                  <a:srgbClr val="FFFFFF"/>
                </a:solidFill>
              </a:rPr>
              <a:t>	</a:t>
            </a:r>
            <a:r>
              <a:rPr lang="en-US" altLang="en-US" b="1" dirty="0" smtClean="0">
                <a:solidFill>
                  <a:schemeClr val="hlink"/>
                </a:solidFill>
              </a:rPr>
              <a:t>"_id" :</a:t>
            </a:r>
            <a:r>
              <a:rPr lang="hu-HU" altLang="en-US" b="1" dirty="0" smtClean="0">
                <a:solidFill>
                  <a:schemeClr val="hlink"/>
                </a:solidFill>
              </a:rPr>
              <a:t> </a:t>
            </a:r>
            <a:r>
              <a:rPr lang="en-US" altLang="en-US" sz="1600" b="1" dirty="0" err="1" smtClean="0">
                <a:solidFill>
                  <a:schemeClr val="hlink"/>
                </a:solidFill>
              </a:rPr>
              <a:t>ObjectId</a:t>
            </a:r>
            <a:r>
              <a:rPr lang="en-US" altLang="en-US" sz="1600" b="1" dirty="0" smtClean="0">
                <a:solidFill>
                  <a:schemeClr val="hlink"/>
                </a:solidFill>
              </a:rPr>
              <a:t>("51</a:t>
            </a:r>
            <a:r>
              <a:rPr lang="hu-HU" altLang="en-US" sz="1600" b="1" dirty="0" smtClean="0">
                <a:solidFill>
                  <a:schemeClr val="hlink"/>
                </a:solidFill>
              </a:rPr>
              <a:t>…</a:t>
            </a:r>
            <a:r>
              <a:rPr lang="en-US" altLang="en-US" sz="1600" b="1" dirty="0" smtClean="0">
                <a:solidFill>
                  <a:schemeClr val="hlink"/>
                </a:solidFill>
              </a:rPr>
              <a:t>"),</a:t>
            </a:r>
          </a:p>
          <a:p>
            <a:pPr eaLnBrk="1" hangingPunct="1">
              <a:defRPr/>
            </a:pPr>
            <a:r>
              <a:rPr lang="hu-HU" altLang="en-US" dirty="0" smtClean="0">
                <a:solidFill>
                  <a:srgbClr val="FFFFFF"/>
                </a:solidFill>
              </a:rPr>
              <a:t>	</a:t>
            </a:r>
            <a:r>
              <a:rPr lang="en-US" altLang="en-US" dirty="0" smtClean="0">
                <a:solidFill>
                  <a:srgbClr val="FFFFFF"/>
                </a:solidFill>
              </a:rPr>
              <a:t>"first" : “</a:t>
            </a:r>
            <a:r>
              <a:rPr lang="en-US" altLang="en-US" dirty="0" err="1" smtClean="0">
                <a:solidFill>
                  <a:srgbClr val="FFFFFF"/>
                </a:solidFill>
              </a:rPr>
              <a:t>Nasur</a:t>
            </a:r>
            <a:r>
              <a:rPr lang="en-US" altLang="en-US" dirty="0" smtClean="0">
                <a:solidFill>
                  <a:srgbClr val="FFFFFF"/>
                </a:solidFill>
              </a:rPr>
              <a:t>",</a:t>
            </a:r>
          </a:p>
          <a:p>
            <a:pPr eaLnBrk="1" hangingPunct="1">
              <a:defRPr/>
            </a:pPr>
            <a:r>
              <a:rPr lang="hu-HU" altLang="en-US" dirty="0" smtClean="0">
                <a:solidFill>
                  <a:srgbClr val="FFFFFF"/>
                </a:solidFill>
              </a:rPr>
              <a:t>	</a:t>
            </a:r>
            <a:r>
              <a:rPr lang="en-US" altLang="en-US" dirty="0" smtClean="0">
                <a:solidFill>
                  <a:srgbClr val="FFFFFF"/>
                </a:solidFill>
              </a:rPr>
              <a:t>"last" : “</a:t>
            </a:r>
            <a:r>
              <a:rPr lang="en-US" altLang="en-US" dirty="0" err="1" smtClean="0">
                <a:solidFill>
                  <a:srgbClr val="FFFFFF"/>
                </a:solidFill>
              </a:rPr>
              <a:t>Ahamed</a:t>
            </a:r>
            <a:r>
              <a:rPr lang="en-US" altLang="en-US" dirty="0" smtClean="0">
                <a:solidFill>
                  <a:srgbClr val="FFFFFF"/>
                </a:solidFill>
              </a:rPr>
              <a:t>",</a:t>
            </a:r>
            <a:endParaRPr lang="hu-HU" altLang="en-US" dirty="0" smtClean="0">
              <a:solidFill>
                <a:srgbClr val="FFFFFF"/>
              </a:solidFill>
            </a:endParaRPr>
          </a:p>
          <a:p>
            <a:pPr eaLnBrk="1" hangingPunct="1">
              <a:defRPr/>
            </a:pPr>
            <a:r>
              <a:rPr lang="hu-HU" altLang="en-US" dirty="0" smtClean="0">
                <a:solidFill>
                  <a:srgbClr val="FFFFFF"/>
                </a:solidFill>
              </a:rPr>
              <a:t>	</a:t>
            </a:r>
            <a:r>
              <a:rPr lang="en-US" altLang="en-US" dirty="0" smtClean="0">
                <a:solidFill>
                  <a:srgbClr val="FFFFFF"/>
                </a:solidFill>
              </a:rPr>
              <a:t>"age" : 30 </a:t>
            </a:r>
            <a:endParaRPr lang="hu-HU" altLang="en-US" dirty="0" smtClean="0">
              <a:solidFill>
                <a:srgbClr val="FFFFFF"/>
              </a:solidFill>
            </a:endParaRPr>
          </a:p>
          <a:p>
            <a:pPr eaLnBrk="1" hangingPunct="1">
              <a:defRPr/>
            </a:pPr>
            <a:r>
              <a:rPr lang="en-US" altLang="en-US" dirty="0" smtClean="0">
                <a:solidFill>
                  <a:srgbClr val="FFFFFF"/>
                </a:solidFill>
              </a:rPr>
              <a:t>}</a:t>
            </a:r>
            <a:endParaRPr lang="hu-HU" altLang="en-US" dirty="0" smtClean="0">
              <a:solidFill>
                <a:srgbClr val="FFFFFF"/>
              </a:solidFill>
            </a:endParaRPr>
          </a:p>
        </p:txBody>
      </p:sp>
    </p:spTree>
    <p:extLst>
      <p:ext uri="{BB962C8B-B14F-4D97-AF65-F5344CB8AC3E}">
        <p14:creationId xmlns:p14="http://schemas.microsoft.com/office/powerpoint/2010/main" val="346736382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96931"/>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28</a:t>
            </a:fld>
            <a:endParaRPr lang="en-US"/>
          </a:p>
        </p:txBody>
      </p:sp>
      <p:sp>
        <p:nvSpPr>
          <p:cNvPr id="5" name="TextBox 4"/>
          <p:cNvSpPr txBox="1"/>
          <p:nvPr/>
        </p:nvSpPr>
        <p:spPr>
          <a:xfrm>
            <a:off x="203578" y="373120"/>
            <a:ext cx="5435222" cy="461665"/>
          </a:xfrm>
          <a:prstGeom prst="rect">
            <a:avLst/>
          </a:prstGeom>
          <a:noFill/>
        </p:spPr>
        <p:txBody>
          <a:bodyPr wrap="square" rtlCol="0">
            <a:spAutoFit/>
          </a:bodyPr>
          <a:lstStyle/>
          <a:p>
            <a:r>
              <a:rPr lang="en-US" sz="2400" b="1" dirty="0" smtClean="0">
                <a:solidFill>
                  <a:srgbClr val="121214"/>
                </a:solidFill>
              </a:rPr>
              <a:t>CRUD (Create, Read, Update, Delete</a:t>
            </a:r>
            <a:endParaRPr lang="en-IN" sz="2400" b="1" dirty="0"/>
          </a:p>
        </p:txBody>
      </p:sp>
      <p:pic>
        <p:nvPicPr>
          <p:cNvPr id="6" name="Picture 5"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28339" y="110538"/>
            <a:ext cx="2687061" cy="724247"/>
          </a:xfrm>
          <a:prstGeom prst="rect">
            <a:avLst/>
          </a:prstGeom>
        </p:spPr>
      </p:pic>
      <p:sp>
        <p:nvSpPr>
          <p:cNvPr id="7" name="Rectangle 3"/>
          <p:cNvSpPr txBox="1">
            <a:spLocks/>
          </p:cNvSpPr>
          <p:nvPr/>
        </p:nvSpPr>
        <p:spPr>
          <a:xfrm>
            <a:off x="369058" y="1251855"/>
            <a:ext cx="7620000" cy="4800600"/>
          </a:xfrm>
          <a:prstGeom prst="rect">
            <a:avLst/>
          </a:prstGeom>
        </p:spPr>
        <p:txBody>
          <a:bodyPr/>
          <a:lst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altLang="en-US" sz="2400" dirty="0" smtClean="0"/>
              <a:t>Example:</a:t>
            </a:r>
          </a:p>
          <a:p>
            <a:endParaRPr lang="hu-HU" altLang="en-US" sz="2000" dirty="0" smtClean="0"/>
          </a:p>
        </p:txBody>
      </p:sp>
      <p:sp>
        <p:nvSpPr>
          <p:cNvPr id="10" name="Lekerekített téglalap 12"/>
          <p:cNvSpPr/>
          <p:nvPr/>
        </p:nvSpPr>
        <p:spPr>
          <a:xfrm>
            <a:off x="203578" y="2042670"/>
            <a:ext cx="3598862" cy="2520950"/>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anchor="ctr"/>
          <a:lstStyle>
            <a:lvl1pPr eaLnBrk="0" hangingPunct="0">
              <a:tabLst>
                <a:tab pos="536575" algn="l"/>
                <a:tab pos="893763" algn="l"/>
                <a:tab pos="1250950" algn="l"/>
              </a:tabLst>
              <a:defRPr>
                <a:solidFill>
                  <a:schemeClr val="tx1"/>
                </a:solidFill>
                <a:latin typeface="Arial" panose="020B0604020202020204" pitchFamily="34" charset="0"/>
              </a:defRPr>
            </a:lvl1pPr>
            <a:lvl2pPr marL="742950" indent="-285750" eaLnBrk="0" hangingPunct="0">
              <a:tabLst>
                <a:tab pos="536575" algn="l"/>
                <a:tab pos="893763" algn="l"/>
                <a:tab pos="1250950" algn="l"/>
              </a:tabLst>
              <a:defRPr>
                <a:solidFill>
                  <a:schemeClr val="tx1"/>
                </a:solidFill>
                <a:latin typeface="Arial" panose="020B0604020202020204" pitchFamily="34" charset="0"/>
              </a:defRPr>
            </a:lvl2pPr>
            <a:lvl3pPr marL="1143000" indent="-228600" eaLnBrk="0" hangingPunct="0">
              <a:tabLst>
                <a:tab pos="536575" algn="l"/>
                <a:tab pos="893763" algn="l"/>
                <a:tab pos="1250950" algn="l"/>
              </a:tabLst>
              <a:defRPr>
                <a:solidFill>
                  <a:schemeClr val="tx1"/>
                </a:solidFill>
                <a:latin typeface="Arial" panose="020B0604020202020204" pitchFamily="34" charset="0"/>
              </a:defRPr>
            </a:lvl3pPr>
            <a:lvl4pPr marL="1600200" indent="-228600" eaLnBrk="0" hangingPunct="0">
              <a:tabLst>
                <a:tab pos="536575" algn="l"/>
                <a:tab pos="893763" algn="l"/>
                <a:tab pos="1250950" algn="l"/>
              </a:tabLst>
              <a:defRPr>
                <a:solidFill>
                  <a:schemeClr val="tx1"/>
                </a:solidFill>
                <a:latin typeface="Arial" panose="020B0604020202020204" pitchFamily="34" charset="0"/>
              </a:defRPr>
            </a:lvl4pPr>
            <a:lvl5pPr marL="2057400" indent="-228600" eaLnBrk="0" hangingPunct="0">
              <a:tabLst>
                <a:tab pos="536575" algn="l"/>
                <a:tab pos="893763" algn="l"/>
                <a:tab pos="1250950"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536575" algn="l"/>
                <a:tab pos="893763" algn="l"/>
                <a:tab pos="1250950"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536575" algn="l"/>
                <a:tab pos="893763" algn="l"/>
                <a:tab pos="1250950"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536575" algn="l"/>
                <a:tab pos="893763" algn="l"/>
                <a:tab pos="1250950"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536575" algn="l"/>
                <a:tab pos="893763" algn="l"/>
                <a:tab pos="1250950" algn="l"/>
              </a:tabLst>
              <a:defRPr>
                <a:solidFill>
                  <a:schemeClr val="tx1"/>
                </a:solidFill>
                <a:latin typeface="Arial" panose="020B0604020202020204" pitchFamily="34" charset="0"/>
              </a:defRPr>
            </a:lvl9pPr>
          </a:lstStyle>
          <a:p>
            <a:pPr eaLnBrk="1" hangingPunct="1">
              <a:defRPr/>
            </a:pPr>
            <a:r>
              <a:rPr lang="hu-HU" altLang="en-US" dirty="0" smtClean="0">
                <a:solidFill>
                  <a:srgbClr val="FFFFFF"/>
                </a:solidFill>
              </a:rPr>
              <a:t>&gt; db.user.update(</a:t>
            </a:r>
          </a:p>
          <a:p>
            <a:pPr eaLnBrk="1" hangingPunct="1">
              <a:defRPr/>
            </a:pPr>
            <a:r>
              <a:rPr lang="hu-HU" altLang="en-US" dirty="0" smtClean="0">
                <a:solidFill>
                  <a:srgbClr val="FFFFFF"/>
                </a:solidFill>
              </a:rPr>
              <a:t>	{"_id" : ObjectId("51…")},</a:t>
            </a:r>
          </a:p>
          <a:p>
            <a:pPr eaLnBrk="1" hangingPunct="1">
              <a:defRPr/>
            </a:pPr>
            <a:r>
              <a:rPr lang="hu-HU" altLang="en-US" dirty="0" smtClean="0">
                <a:solidFill>
                  <a:srgbClr val="FFFFFF"/>
                </a:solidFill>
              </a:rPr>
              <a:t>	{</a:t>
            </a:r>
          </a:p>
          <a:p>
            <a:pPr eaLnBrk="1" hangingPunct="1">
              <a:defRPr/>
            </a:pPr>
            <a:r>
              <a:rPr lang="hu-HU" altLang="en-US" dirty="0" smtClean="0">
                <a:solidFill>
                  <a:srgbClr val="FFFFFF"/>
                </a:solidFill>
              </a:rPr>
              <a:t>		</a:t>
            </a:r>
            <a:r>
              <a:rPr lang="hu-HU" altLang="en-US" b="1" dirty="0" smtClean="0">
                <a:solidFill>
                  <a:schemeClr val="hlink"/>
                </a:solidFill>
              </a:rPr>
              <a:t>$set</a:t>
            </a:r>
            <a:r>
              <a:rPr lang="hu-HU" altLang="en-US" dirty="0" smtClean="0">
                <a:solidFill>
                  <a:srgbClr val="FFFFFF"/>
                </a:solidFill>
              </a:rPr>
              <a:t>: {</a:t>
            </a:r>
          </a:p>
          <a:p>
            <a:pPr eaLnBrk="1" hangingPunct="1">
              <a:defRPr/>
            </a:pPr>
            <a:r>
              <a:rPr lang="hu-HU" altLang="en-US" dirty="0" smtClean="0">
                <a:solidFill>
                  <a:srgbClr val="FFFFFF"/>
                </a:solidFill>
              </a:rPr>
              <a:t>			age: </a:t>
            </a:r>
            <a:r>
              <a:rPr lang="en-GB" altLang="en-US" dirty="0" smtClean="0">
                <a:solidFill>
                  <a:srgbClr val="FFFFFF"/>
                </a:solidFill>
              </a:rPr>
              <a:t>30</a:t>
            </a:r>
            <a:r>
              <a:rPr lang="hu-HU" altLang="en-US" dirty="0" smtClean="0">
                <a:solidFill>
                  <a:srgbClr val="FFFFFF"/>
                </a:solidFill>
              </a:rPr>
              <a:t>,</a:t>
            </a:r>
          </a:p>
          <a:p>
            <a:pPr eaLnBrk="1" hangingPunct="1">
              <a:defRPr/>
            </a:pPr>
            <a:r>
              <a:rPr lang="hu-HU" altLang="en-US" dirty="0" smtClean="0">
                <a:solidFill>
                  <a:srgbClr val="FFFFFF"/>
                </a:solidFill>
              </a:rPr>
              <a:t>		 	salary: 7000}</a:t>
            </a:r>
          </a:p>
          <a:p>
            <a:pPr eaLnBrk="1" hangingPunct="1">
              <a:defRPr/>
            </a:pPr>
            <a:r>
              <a:rPr lang="hu-HU" altLang="en-US" dirty="0" smtClean="0">
                <a:solidFill>
                  <a:srgbClr val="FFFFFF"/>
                </a:solidFill>
              </a:rPr>
              <a:t>	}</a:t>
            </a:r>
          </a:p>
          <a:p>
            <a:pPr eaLnBrk="1" hangingPunct="1">
              <a:defRPr/>
            </a:pPr>
            <a:r>
              <a:rPr lang="hu-HU" altLang="en-US" dirty="0" smtClean="0">
                <a:solidFill>
                  <a:srgbClr val="FFFFFF"/>
                </a:solidFill>
              </a:rPr>
              <a:t>)</a:t>
            </a:r>
          </a:p>
        </p:txBody>
      </p:sp>
      <p:sp>
        <p:nvSpPr>
          <p:cNvPr id="11" name="Lekerekített téglalap 12"/>
          <p:cNvSpPr/>
          <p:nvPr/>
        </p:nvSpPr>
        <p:spPr>
          <a:xfrm>
            <a:off x="4853367" y="2042670"/>
            <a:ext cx="3598862" cy="2520950"/>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anchor="ctr"/>
          <a:lstStyle>
            <a:lvl1pPr eaLnBrk="0" hangingPunct="0">
              <a:tabLst>
                <a:tab pos="536575" algn="l"/>
              </a:tabLst>
              <a:defRPr>
                <a:solidFill>
                  <a:schemeClr val="tx1"/>
                </a:solidFill>
                <a:latin typeface="Arial" panose="020B0604020202020204" pitchFamily="34" charset="0"/>
              </a:defRPr>
            </a:lvl1pPr>
            <a:lvl2pPr marL="742950" indent="-285750" eaLnBrk="0" hangingPunct="0">
              <a:tabLst>
                <a:tab pos="536575" algn="l"/>
              </a:tabLst>
              <a:defRPr>
                <a:solidFill>
                  <a:schemeClr val="tx1"/>
                </a:solidFill>
                <a:latin typeface="Arial" panose="020B0604020202020204" pitchFamily="34" charset="0"/>
              </a:defRPr>
            </a:lvl2pPr>
            <a:lvl3pPr marL="1143000" indent="-228600" eaLnBrk="0" hangingPunct="0">
              <a:tabLst>
                <a:tab pos="536575" algn="l"/>
              </a:tabLst>
              <a:defRPr>
                <a:solidFill>
                  <a:schemeClr val="tx1"/>
                </a:solidFill>
                <a:latin typeface="Arial" panose="020B0604020202020204" pitchFamily="34" charset="0"/>
              </a:defRPr>
            </a:lvl3pPr>
            <a:lvl4pPr marL="1600200" indent="-228600" eaLnBrk="0" hangingPunct="0">
              <a:tabLst>
                <a:tab pos="536575" algn="l"/>
              </a:tabLst>
              <a:defRPr>
                <a:solidFill>
                  <a:schemeClr val="tx1"/>
                </a:solidFill>
                <a:latin typeface="Arial" panose="020B0604020202020204" pitchFamily="34" charset="0"/>
              </a:defRPr>
            </a:lvl4pPr>
            <a:lvl5pPr marL="2057400" indent="-228600" eaLnBrk="0" hangingPunct="0">
              <a:tabLst>
                <a:tab pos="536575"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536575"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536575"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536575"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536575" algn="l"/>
              </a:tabLst>
              <a:defRPr>
                <a:solidFill>
                  <a:schemeClr val="tx1"/>
                </a:solidFill>
                <a:latin typeface="Arial" panose="020B0604020202020204" pitchFamily="34" charset="0"/>
              </a:defRPr>
            </a:lvl9pPr>
          </a:lstStyle>
          <a:p>
            <a:pPr eaLnBrk="1" hangingPunct="1">
              <a:defRPr/>
            </a:pPr>
            <a:r>
              <a:rPr lang="hu-HU" altLang="en-US" sz="2000" smtClean="0">
                <a:solidFill>
                  <a:srgbClr val="FFFFFF"/>
                </a:solidFill>
              </a:rPr>
              <a:t>&gt; db.user.remove({</a:t>
            </a:r>
          </a:p>
          <a:p>
            <a:pPr eaLnBrk="1" hangingPunct="1">
              <a:defRPr/>
            </a:pPr>
            <a:r>
              <a:rPr lang="hu-HU" altLang="en-US" sz="2000" smtClean="0">
                <a:solidFill>
                  <a:srgbClr val="FFFFFF"/>
                </a:solidFill>
              </a:rPr>
              <a:t>	"first": /^J/ </a:t>
            </a:r>
          </a:p>
          <a:p>
            <a:pPr eaLnBrk="1" hangingPunct="1">
              <a:defRPr/>
            </a:pPr>
            <a:r>
              <a:rPr lang="hu-HU" altLang="en-US" sz="2000" smtClean="0">
                <a:solidFill>
                  <a:srgbClr val="FFFFFF"/>
                </a:solidFill>
              </a:rPr>
              <a:t>})</a:t>
            </a:r>
          </a:p>
        </p:txBody>
      </p:sp>
    </p:spTree>
    <p:extLst>
      <p:ext uri="{BB962C8B-B14F-4D97-AF65-F5344CB8AC3E}">
        <p14:creationId xmlns:p14="http://schemas.microsoft.com/office/powerpoint/2010/main" val="95372440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29</a:t>
            </a:fld>
            <a:endParaRPr lang="en-US"/>
          </a:p>
        </p:txBody>
      </p:sp>
      <p:sp>
        <p:nvSpPr>
          <p:cNvPr id="5" name="TextBox 4"/>
          <p:cNvSpPr txBox="1"/>
          <p:nvPr/>
        </p:nvSpPr>
        <p:spPr>
          <a:xfrm>
            <a:off x="145473" y="457200"/>
            <a:ext cx="4419600" cy="461665"/>
          </a:xfrm>
          <a:prstGeom prst="rect">
            <a:avLst/>
          </a:prstGeom>
          <a:noFill/>
        </p:spPr>
        <p:txBody>
          <a:bodyPr wrap="square" rtlCol="0">
            <a:spAutoFit/>
          </a:bodyPr>
          <a:lstStyle/>
          <a:p>
            <a:r>
              <a:rPr lang="en-US" sz="2400" b="1" dirty="0" smtClean="0">
                <a:solidFill>
                  <a:srgbClr val="121214"/>
                </a:solidFill>
              </a:rPr>
              <a:t>MongoDB Aggregation</a:t>
            </a:r>
            <a:endParaRPr lang="en-IN" sz="2400" b="1" dirty="0"/>
          </a:p>
        </p:txBody>
      </p:sp>
      <p:sp>
        <p:nvSpPr>
          <p:cNvPr id="6" name="Rectangle 5"/>
          <p:cNvSpPr/>
          <p:nvPr/>
        </p:nvSpPr>
        <p:spPr>
          <a:xfrm>
            <a:off x="203578" y="1066800"/>
            <a:ext cx="8864221" cy="2164632"/>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b="1" dirty="0" smtClean="0">
                <a:solidFill>
                  <a:srgbClr val="FF0000"/>
                </a:solidFill>
              </a:rPr>
              <a:t>Aggregation: </a:t>
            </a:r>
            <a:r>
              <a:rPr lang="en-GB" dirty="0"/>
              <a:t>In </a:t>
            </a:r>
            <a:r>
              <a:rPr lang="en-GB" dirty="0">
                <a:solidFill>
                  <a:srgbClr val="7030A0"/>
                </a:solidFill>
              </a:rPr>
              <a:t>programming,</a:t>
            </a:r>
            <a:r>
              <a:rPr lang="en-GB" dirty="0"/>
              <a:t> we often run a </a:t>
            </a:r>
            <a:r>
              <a:rPr lang="en-GB" b="1" dirty="0"/>
              <a:t>series of operations </a:t>
            </a:r>
            <a:r>
              <a:rPr lang="en-GB" dirty="0"/>
              <a:t>on a collection of items</a:t>
            </a:r>
            <a:r>
              <a:rPr lang="en-GB" dirty="0" smtClean="0"/>
              <a:t>.</a:t>
            </a:r>
            <a:r>
              <a:rPr lang="en-GB" dirty="0"/>
              <a:t> Aggregation operations process data records and return computed results</a:t>
            </a:r>
            <a:r>
              <a:rPr lang="en-GB" dirty="0" smtClean="0"/>
              <a:t>.</a:t>
            </a:r>
          </a:p>
          <a:p>
            <a:pPr marL="342900" indent="-342900" algn="just">
              <a:lnSpc>
                <a:spcPct val="150000"/>
              </a:lnSpc>
              <a:buFont typeface="Arial" panose="020B0604020202020204" pitchFamily="34" charset="0"/>
              <a:buChar char="•"/>
            </a:pPr>
            <a:endParaRPr lang="en-GB" dirty="0" smtClean="0"/>
          </a:p>
          <a:p>
            <a:pPr marL="342900" indent="-342900" algn="just">
              <a:lnSpc>
                <a:spcPct val="150000"/>
              </a:lnSpc>
              <a:buFont typeface="Arial" panose="020B0604020202020204" pitchFamily="34" charset="0"/>
              <a:buChar char="•"/>
            </a:pPr>
            <a:r>
              <a:rPr lang="en-GB" sz="2000" dirty="0" smtClean="0">
                <a:solidFill>
                  <a:srgbClr val="000000"/>
                </a:solidFill>
              </a:rPr>
              <a:t>In </a:t>
            </a:r>
            <a:r>
              <a:rPr lang="en-GB" dirty="0">
                <a:solidFill>
                  <a:srgbClr val="7030A0"/>
                </a:solidFill>
              </a:rPr>
              <a:t>MongoDB</a:t>
            </a:r>
            <a:r>
              <a:rPr lang="en-GB" dirty="0"/>
              <a:t> </a:t>
            </a:r>
            <a:r>
              <a:rPr lang="en-GB" b="1" dirty="0" smtClean="0"/>
              <a:t>run </a:t>
            </a:r>
            <a:r>
              <a:rPr lang="en-GB" b="1" dirty="0"/>
              <a:t>operations on the server against our collections stored </a:t>
            </a:r>
            <a:r>
              <a:rPr lang="en-GB" dirty="0"/>
              <a:t>in the database before the result is returned to the client.</a:t>
            </a:r>
            <a:endParaRPr lang="en-US" sz="2000" dirty="0">
              <a:solidFill>
                <a:srgbClr val="000000"/>
              </a:solidFill>
            </a:endParaRPr>
          </a:p>
        </p:txBody>
      </p:sp>
    </p:spTree>
    <p:extLst>
      <p:ext uri="{BB962C8B-B14F-4D97-AF65-F5344CB8AC3E}">
        <p14:creationId xmlns:p14="http://schemas.microsoft.com/office/powerpoint/2010/main" val="271814495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30</a:t>
            </a:fld>
            <a:endParaRPr lang="en-US"/>
          </a:p>
        </p:txBody>
      </p:sp>
      <p:sp>
        <p:nvSpPr>
          <p:cNvPr id="5" name="TextBox 4"/>
          <p:cNvSpPr txBox="1"/>
          <p:nvPr/>
        </p:nvSpPr>
        <p:spPr>
          <a:xfrm>
            <a:off x="145472" y="457200"/>
            <a:ext cx="6102927" cy="461665"/>
          </a:xfrm>
          <a:prstGeom prst="rect">
            <a:avLst/>
          </a:prstGeom>
          <a:noFill/>
        </p:spPr>
        <p:txBody>
          <a:bodyPr wrap="square" rtlCol="0">
            <a:spAutoFit/>
          </a:bodyPr>
          <a:lstStyle/>
          <a:p>
            <a:r>
              <a:rPr lang="en-US" sz="2400" b="1" dirty="0" smtClean="0">
                <a:solidFill>
                  <a:srgbClr val="121214"/>
                </a:solidFill>
              </a:rPr>
              <a:t>MongoDB Aggregation Pipeline</a:t>
            </a:r>
            <a:endParaRPr lang="en-IN" sz="2400" b="1" dirty="0"/>
          </a:p>
        </p:txBody>
      </p:sp>
      <p:pic>
        <p:nvPicPr>
          <p:cNvPr id="2" name="Picture 1"/>
          <p:cNvPicPr>
            <a:picLocks noChangeAspect="1"/>
          </p:cNvPicPr>
          <p:nvPr/>
        </p:nvPicPr>
        <p:blipFill rotWithShape="1">
          <a:blip r:embed="rId2"/>
          <a:srcRect l="2502" t="18693" b="13876"/>
          <a:stretch/>
        </p:blipFill>
        <p:spPr>
          <a:xfrm>
            <a:off x="145472" y="1295400"/>
            <a:ext cx="8998528" cy="4114800"/>
          </a:xfrm>
          <a:prstGeom prst="rect">
            <a:avLst/>
          </a:prstGeom>
        </p:spPr>
      </p:pic>
    </p:spTree>
    <p:extLst>
      <p:ext uri="{BB962C8B-B14F-4D97-AF65-F5344CB8AC3E}">
        <p14:creationId xmlns:p14="http://schemas.microsoft.com/office/powerpoint/2010/main" val="20125126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31</a:t>
            </a:fld>
            <a:endParaRPr lang="en-US"/>
          </a:p>
        </p:txBody>
      </p:sp>
      <p:sp>
        <p:nvSpPr>
          <p:cNvPr id="5" name="TextBox 4"/>
          <p:cNvSpPr txBox="1"/>
          <p:nvPr/>
        </p:nvSpPr>
        <p:spPr>
          <a:xfrm>
            <a:off x="145472" y="457200"/>
            <a:ext cx="8846128" cy="461665"/>
          </a:xfrm>
          <a:prstGeom prst="rect">
            <a:avLst/>
          </a:prstGeom>
          <a:noFill/>
        </p:spPr>
        <p:txBody>
          <a:bodyPr wrap="square" rtlCol="0">
            <a:spAutoFit/>
          </a:bodyPr>
          <a:lstStyle/>
          <a:p>
            <a:r>
              <a:rPr lang="en-US" sz="2400" b="1" dirty="0" smtClean="0">
                <a:solidFill>
                  <a:srgbClr val="121214"/>
                </a:solidFill>
              </a:rPr>
              <a:t>MongoDB Aggregation Pipeline – All Stages</a:t>
            </a:r>
            <a:endParaRPr lang="en-IN" sz="2400" b="1" dirty="0"/>
          </a:p>
        </p:txBody>
      </p:sp>
      <p:pic>
        <p:nvPicPr>
          <p:cNvPr id="7" name="Picture 6"/>
          <p:cNvPicPr>
            <a:picLocks noChangeAspect="1"/>
          </p:cNvPicPr>
          <p:nvPr/>
        </p:nvPicPr>
        <p:blipFill rotWithShape="1">
          <a:blip r:embed="rId2"/>
          <a:srcRect l="21165" t="18809" r="12392" b="14352"/>
          <a:stretch/>
        </p:blipFill>
        <p:spPr>
          <a:xfrm>
            <a:off x="762000" y="1295400"/>
            <a:ext cx="7772400" cy="4114800"/>
          </a:xfrm>
          <a:prstGeom prst="rect">
            <a:avLst/>
          </a:prstGeom>
        </p:spPr>
      </p:pic>
    </p:spTree>
    <p:extLst>
      <p:ext uri="{BB962C8B-B14F-4D97-AF65-F5344CB8AC3E}">
        <p14:creationId xmlns:p14="http://schemas.microsoft.com/office/powerpoint/2010/main" val="139350485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32</a:t>
            </a:fld>
            <a:endParaRPr lang="en-US"/>
          </a:p>
        </p:txBody>
      </p:sp>
      <p:sp>
        <p:nvSpPr>
          <p:cNvPr id="5" name="TextBox 4"/>
          <p:cNvSpPr txBox="1"/>
          <p:nvPr/>
        </p:nvSpPr>
        <p:spPr>
          <a:xfrm>
            <a:off x="145472" y="457200"/>
            <a:ext cx="8846128" cy="461665"/>
          </a:xfrm>
          <a:prstGeom prst="rect">
            <a:avLst/>
          </a:prstGeom>
          <a:noFill/>
        </p:spPr>
        <p:txBody>
          <a:bodyPr wrap="square" rtlCol="0">
            <a:spAutoFit/>
          </a:bodyPr>
          <a:lstStyle/>
          <a:p>
            <a:r>
              <a:rPr lang="en-US" sz="2400" b="1" dirty="0" smtClean="0">
                <a:solidFill>
                  <a:srgbClr val="121214"/>
                </a:solidFill>
              </a:rPr>
              <a:t>MongoDB Aggregation Pipeline – Common Stages</a:t>
            </a:r>
            <a:endParaRPr lang="en-IN" sz="2400" b="1" dirty="0"/>
          </a:p>
        </p:txBody>
      </p:sp>
      <p:pic>
        <p:nvPicPr>
          <p:cNvPr id="2" name="Picture 1"/>
          <p:cNvPicPr>
            <a:picLocks noChangeAspect="1"/>
          </p:cNvPicPr>
          <p:nvPr/>
        </p:nvPicPr>
        <p:blipFill rotWithShape="1">
          <a:blip r:embed="rId2"/>
          <a:srcRect l="4869" t="18808" r="4869" b="18808"/>
          <a:stretch/>
        </p:blipFill>
        <p:spPr>
          <a:xfrm>
            <a:off x="533400" y="1066800"/>
            <a:ext cx="8153400" cy="4343400"/>
          </a:xfrm>
          <a:prstGeom prst="rect">
            <a:avLst/>
          </a:prstGeom>
        </p:spPr>
      </p:pic>
    </p:spTree>
    <p:extLst>
      <p:ext uri="{BB962C8B-B14F-4D97-AF65-F5344CB8AC3E}">
        <p14:creationId xmlns:p14="http://schemas.microsoft.com/office/powerpoint/2010/main" val="633871878"/>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33</a:t>
            </a:fld>
            <a:endParaRPr lang="en-US"/>
          </a:p>
        </p:txBody>
      </p:sp>
      <p:sp>
        <p:nvSpPr>
          <p:cNvPr id="5" name="TextBox 4"/>
          <p:cNvSpPr txBox="1"/>
          <p:nvPr/>
        </p:nvSpPr>
        <p:spPr>
          <a:xfrm>
            <a:off x="145472" y="457200"/>
            <a:ext cx="8846128" cy="461665"/>
          </a:xfrm>
          <a:prstGeom prst="rect">
            <a:avLst/>
          </a:prstGeom>
          <a:noFill/>
        </p:spPr>
        <p:txBody>
          <a:bodyPr wrap="square" rtlCol="0">
            <a:spAutoFit/>
          </a:bodyPr>
          <a:lstStyle/>
          <a:p>
            <a:r>
              <a:rPr lang="en-US" sz="2400" b="1" dirty="0" smtClean="0">
                <a:solidFill>
                  <a:srgbClr val="121214"/>
                </a:solidFill>
              </a:rPr>
              <a:t>MongoDB Aggregation Pipeline – Common Operators</a:t>
            </a:r>
            <a:endParaRPr lang="en-IN" sz="2400" b="1" dirty="0"/>
          </a:p>
        </p:txBody>
      </p:sp>
      <p:pic>
        <p:nvPicPr>
          <p:cNvPr id="7" name="Picture 6"/>
          <p:cNvPicPr>
            <a:picLocks noChangeAspect="1"/>
          </p:cNvPicPr>
          <p:nvPr/>
        </p:nvPicPr>
        <p:blipFill rotWithShape="1">
          <a:blip r:embed="rId2"/>
          <a:srcRect l="4869" t="18809" r="14898" b="14352"/>
          <a:stretch/>
        </p:blipFill>
        <p:spPr>
          <a:xfrm>
            <a:off x="651164" y="1295400"/>
            <a:ext cx="8001000" cy="3906192"/>
          </a:xfrm>
          <a:prstGeom prst="rect">
            <a:avLst/>
          </a:prstGeom>
        </p:spPr>
      </p:pic>
    </p:spTree>
    <p:extLst>
      <p:ext uri="{BB962C8B-B14F-4D97-AF65-F5344CB8AC3E}">
        <p14:creationId xmlns:p14="http://schemas.microsoft.com/office/powerpoint/2010/main" val="106095341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34</a:t>
            </a:fld>
            <a:endParaRPr lang="en-US"/>
          </a:p>
        </p:txBody>
      </p:sp>
      <p:sp>
        <p:nvSpPr>
          <p:cNvPr id="5" name="TextBox 4"/>
          <p:cNvSpPr txBox="1"/>
          <p:nvPr/>
        </p:nvSpPr>
        <p:spPr>
          <a:xfrm>
            <a:off x="145472" y="457200"/>
            <a:ext cx="8846128" cy="461665"/>
          </a:xfrm>
          <a:prstGeom prst="rect">
            <a:avLst/>
          </a:prstGeom>
          <a:noFill/>
        </p:spPr>
        <p:txBody>
          <a:bodyPr wrap="square" rtlCol="0">
            <a:spAutoFit/>
          </a:bodyPr>
          <a:lstStyle/>
          <a:p>
            <a:r>
              <a:rPr lang="en-US" sz="2400" b="1" dirty="0" smtClean="0">
                <a:solidFill>
                  <a:srgbClr val="121214"/>
                </a:solidFill>
              </a:rPr>
              <a:t>Aggregate()</a:t>
            </a:r>
            <a:endParaRPr lang="en-IN" sz="2400" b="1" dirty="0"/>
          </a:p>
        </p:txBody>
      </p:sp>
      <p:pic>
        <p:nvPicPr>
          <p:cNvPr id="2" name="Picture 1"/>
          <p:cNvPicPr>
            <a:picLocks noChangeAspect="1"/>
          </p:cNvPicPr>
          <p:nvPr/>
        </p:nvPicPr>
        <p:blipFill rotWithShape="1">
          <a:blip r:embed="rId2"/>
          <a:srcRect l="6123" t="21036" r="4868" b="16581"/>
          <a:stretch/>
        </p:blipFill>
        <p:spPr>
          <a:xfrm>
            <a:off x="457200" y="1143000"/>
            <a:ext cx="8077200" cy="3829992"/>
          </a:xfrm>
          <a:prstGeom prst="rect">
            <a:avLst/>
          </a:prstGeom>
        </p:spPr>
      </p:pic>
    </p:spTree>
    <p:extLst>
      <p:ext uri="{BB962C8B-B14F-4D97-AF65-F5344CB8AC3E}">
        <p14:creationId xmlns:p14="http://schemas.microsoft.com/office/powerpoint/2010/main" val="417920683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35</a:t>
            </a:fld>
            <a:endParaRPr lang="en-US"/>
          </a:p>
        </p:txBody>
      </p:sp>
      <p:sp>
        <p:nvSpPr>
          <p:cNvPr id="5" name="TextBox 4"/>
          <p:cNvSpPr txBox="1"/>
          <p:nvPr/>
        </p:nvSpPr>
        <p:spPr>
          <a:xfrm>
            <a:off x="145472" y="457200"/>
            <a:ext cx="8846128" cy="461665"/>
          </a:xfrm>
          <a:prstGeom prst="rect">
            <a:avLst/>
          </a:prstGeom>
          <a:noFill/>
        </p:spPr>
        <p:txBody>
          <a:bodyPr wrap="square" rtlCol="0">
            <a:spAutoFit/>
          </a:bodyPr>
          <a:lstStyle/>
          <a:p>
            <a:r>
              <a:rPr lang="en-US" sz="2400" b="1" dirty="0" smtClean="0">
                <a:solidFill>
                  <a:srgbClr val="121214"/>
                </a:solidFill>
              </a:rPr>
              <a:t>$match</a:t>
            </a:r>
            <a:endParaRPr lang="en-IN" sz="2400" b="1" dirty="0"/>
          </a:p>
        </p:txBody>
      </p:sp>
      <p:pic>
        <p:nvPicPr>
          <p:cNvPr id="7" name="Picture 6"/>
          <p:cNvPicPr>
            <a:picLocks noChangeAspect="1"/>
          </p:cNvPicPr>
          <p:nvPr/>
        </p:nvPicPr>
        <p:blipFill rotWithShape="1">
          <a:blip r:embed="rId2"/>
          <a:srcRect l="6123" t="21036" r="4868" b="18809"/>
          <a:stretch/>
        </p:blipFill>
        <p:spPr>
          <a:xfrm>
            <a:off x="838200" y="1295400"/>
            <a:ext cx="7467600" cy="3829992"/>
          </a:xfrm>
          <a:prstGeom prst="rect">
            <a:avLst/>
          </a:prstGeom>
        </p:spPr>
      </p:pic>
    </p:spTree>
    <p:extLst>
      <p:ext uri="{BB962C8B-B14F-4D97-AF65-F5344CB8AC3E}">
        <p14:creationId xmlns:p14="http://schemas.microsoft.com/office/powerpoint/2010/main" val="177780788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36</a:t>
            </a:fld>
            <a:endParaRPr lang="en-US"/>
          </a:p>
        </p:txBody>
      </p:sp>
      <p:sp>
        <p:nvSpPr>
          <p:cNvPr id="5" name="TextBox 4"/>
          <p:cNvSpPr txBox="1"/>
          <p:nvPr/>
        </p:nvSpPr>
        <p:spPr>
          <a:xfrm>
            <a:off x="148936" y="381000"/>
            <a:ext cx="8846128" cy="461665"/>
          </a:xfrm>
          <a:prstGeom prst="rect">
            <a:avLst/>
          </a:prstGeom>
          <a:noFill/>
        </p:spPr>
        <p:txBody>
          <a:bodyPr wrap="square" rtlCol="0">
            <a:spAutoFit/>
          </a:bodyPr>
          <a:lstStyle/>
          <a:p>
            <a:r>
              <a:rPr lang="en-US" sz="2400" b="1" dirty="0" smtClean="0">
                <a:solidFill>
                  <a:srgbClr val="121214"/>
                </a:solidFill>
              </a:rPr>
              <a:t>$sort</a:t>
            </a:r>
            <a:endParaRPr lang="en-IN" sz="2400" b="1" dirty="0"/>
          </a:p>
        </p:txBody>
      </p:sp>
      <p:pic>
        <p:nvPicPr>
          <p:cNvPr id="2" name="Picture 1"/>
          <p:cNvPicPr>
            <a:picLocks noChangeAspect="1"/>
          </p:cNvPicPr>
          <p:nvPr/>
        </p:nvPicPr>
        <p:blipFill rotWithShape="1">
          <a:blip r:embed="rId2"/>
          <a:srcRect l="4869" t="21036" r="4869" b="14352"/>
          <a:stretch/>
        </p:blipFill>
        <p:spPr>
          <a:xfrm>
            <a:off x="533400" y="1369291"/>
            <a:ext cx="7696200" cy="3964709"/>
          </a:xfrm>
          <a:prstGeom prst="rect">
            <a:avLst/>
          </a:prstGeom>
        </p:spPr>
      </p:pic>
    </p:spTree>
    <p:extLst>
      <p:ext uri="{BB962C8B-B14F-4D97-AF65-F5344CB8AC3E}">
        <p14:creationId xmlns:p14="http://schemas.microsoft.com/office/powerpoint/2010/main" val="121998436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37</a:t>
            </a:fld>
            <a:endParaRPr lang="en-US"/>
          </a:p>
        </p:txBody>
      </p:sp>
      <p:sp>
        <p:nvSpPr>
          <p:cNvPr id="5" name="TextBox 4"/>
          <p:cNvSpPr txBox="1"/>
          <p:nvPr/>
        </p:nvSpPr>
        <p:spPr>
          <a:xfrm>
            <a:off x="148936" y="381000"/>
            <a:ext cx="8846128" cy="461665"/>
          </a:xfrm>
          <a:prstGeom prst="rect">
            <a:avLst/>
          </a:prstGeom>
          <a:noFill/>
        </p:spPr>
        <p:txBody>
          <a:bodyPr wrap="square" rtlCol="0">
            <a:spAutoFit/>
          </a:bodyPr>
          <a:lstStyle/>
          <a:p>
            <a:r>
              <a:rPr lang="en-US" sz="2400" b="1" dirty="0" smtClean="0">
                <a:solidFill>
                  <a:srgbClr val="121214"/>
                </a:solidFill>
              </a:rPr>
              <a:t>$limit</a:t>
            </a:r>
            <a:endParaRPr lang="en-IN" sz="2400" b="1" dirty="0"/>
          </a:p>
        </p:txBody>
      </p:sp>
      <p:pic>
        <p:nvPicPr>
          <p:cNvPr id="7" name="Picture 6"/>
          <p:cNvPicPr>
            <a:picLocks noChangeAspect="1"/>
          </p:cNvPicPr>
          <p:nvPr/>
        </p:nvPicPr>
        <p:blipFill rotWithShape="1">
          <a:blip r:embed="rId2"/>
          <a:srcRect l="4869" t="21036" r="2361" b="16581"/>
          <a:stretch/>
        </p:blipFill>
        <p:spPr>
          <a:xfrm>
            <a:off x="380999" y="1219200"/>
            <a:ext cx="8534401" cy="3886200"/>
          </a:xfrm>
          <a:prstGeom prst="rect">
            <a:avLst/>
          </a:prstGeom>
        </p:spPr>
      </p:pic>
    </p:spTree>
    <p:extLst>
      <p:ext uri="{BB962C8B-B14F-4D97-AF65-F5344CB8AC3E}">
        <p14:creationId xmlns:p14="http://schemas.microsoft.com/office/powerpoint/2010/main" val="399698950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38</a:t>
            </a:fld>
            <a:endParaRPr lang="en-US"/>
          </a:p>
        </p:txBody>
      </p:sp>
      <p:sp>
        <p:nvSpPr>
          <p:cNvPr id="5" name="TextBox 4"/>
          <p:cNvSpPr txBox="1"/>
          <p:nvPr/>
        </p:nvSpPr>
        <p:spPr>
          <a:xfrm>
            <a:off x="148936" y="381000"/>
            <a:ext cx="8846128" cy="461665"/>
          </a:xfrm>
          <a:prstGeom prst="rect">
            <a:avLst/>
          </a:prstGeom>
          <a:noFill/>
        </p:spPr>
        <p:txBody>
          <a:bodyPr wrap="square" rtlCol="0">
            <a:spAutoFit/>
          </a:bodyPr>
          <a:lstStyle/>
          <a:p>
            <a:r>
              <a:rPr lang="en-US" sz="2400" b="1" dirty="0" smtClean="0">
                <a:solidFill>
                  <a:srgbClr val="121214"/>
                </a:solidFill>
              </a:rPr>
              <a:t>$project</a:t>
            </a:r>
            <a:endParaRPr lang="en-IN" sz="2400" b="1" dirty="0"/>
          </a:p>
        </p:txBody>
      </p:sp>
      <p:pic>
        <p:nvPicPr>
          <p:cNvPr id="2" name="Picture 1"/>
          <p:cNvPicPr>
            <a:picLocks noChangeAspect="1"/>
          </p:cNvPicPr>
          <p:nvPr/>
        </p:nvPicPr>
        <p:blipFill rotWithShape="1">
          <a:blip r:embed="rId2"/>
          <a:srcRect l="4869" t="18809" r="3615" b="16581"/>
          <a:stretch/>
        </p:blipFill>
        <p:spPr>
          <a:xfrm>
            <a:off x="477981" y="1219200"/>
            <a:ext cx="8247993" cy="4114800"/>
          </a:xfrm>
          <a:prstGeom prst="rect">
            <a:avLst/>
          </a:prstGeom>
        </p:spPr>
      </p:pic>
    </p:spTree>
    <p:extLst>
      <p:ext uri="{BB962C8B-B14F-4D97-AF65-F5344CB8AC3E}">
        <p14:creationId xmlns:p14="http://schemas.microsoft.com/office/powerpoint/2010/main" val="194522535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39</a:t>
            </a:fld>
            <a:endParaRPr lang="en-US"/>
          </a:p>
        </p:txBody>
      </p:sp>
      <p:sp>
        <p:nvSpPr>
          <p:cNvPr id="5" name="TextBox 4"/>
          <p:cNvSpPr txBox="1"/>
          <p:nvPr/>
        </p:nvSpPr>
        <p:spPr>
          <a:xfrm>
            <a:off x="148936" y="381000"/>
            <a:ext cx="8846128" cy="461665"/>
          </a:xfrm>
          <a:prstGeom prst="rect">
            <a:avLst/>
          </a:prstGeom>
          <a:noFill/>
        </p:spPr>
        <p:txBody>
          <a:bodyPr wrap="square" rtlCol="0">
            <a:spAutoFit/>
          </a:bodyPr>
          <a:lstStyle/>
          <a:p>
            <a:r>
              <a:rPr lang="en-US" sz="2400" b="1" dirty="0" smtClean="0">
                <a:solidFill>
                  <a:srgbClr val="121214"/>
                </a:solidFill>
              </a:rPr>
              <a:t>$group</a:t>
            </a:r>
            <a:endParaRPr lang="en-IN" sz="2400" b="1" dirty="0"/>
          </a:p>
        </p:txBody>
      </p:sp>
      <p:pic>
        <p:nvPicPr>
          <p:cNvPr id="7" name="Picture 6"/>
          <p:cNvPicPr>
            <a:picLocks noChangeAspect="1"/>
          </p:cNvPicPr>
          <p:nvPr/>
        </p:nvPicPr>
        <p:blipFill rotWithShape="1">
          <a:blip r:embed="rId2"/>
          <a:srcRect l="6123" t="18809" r="4868" b="14352"/>
          <a:stretch/>
        </p:blipFill>
        <p:spPr>
          <a:xfrm>
            <a:off x="419100" y="1143000"/>
            <a:ext cx="8267700" cy="4114800"/>
          </a:xfrm>
          <a:prstGeom prst="rect">
            <a:avLst/>
          </a:prstGeom>
        </p:spPr>
      </p:pic>
    </p:spTree>
    <p:extLst>
      <p:ext uri="{BB962C8B-B14F-4D97-AF65-F5344CB8AC3E}">
        <p14:creationId xmlns:p14="http://schemas.microsoft.com/office/powerpoint/2010/main" val="343814688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40</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Cassandra Aggregations</a:t>
            </a:r>
            <a:endParaRPr lang="en-IN" sz="2400" b="1" dirty="0"/>
          </a:p>
        </p:txBody>
      </p:sp>
      <p:sp>
        <p:nvSpPr>
          <p:cNvPr id="8" name="Rectangle 7"/>
          <p:cNvSpPr/>
          <p:nvPr/>
        </p:nvSpPr>
        <p:spPr>
          <a:xfrm>
            <a:off x="203578" y="1122218"/>
            <a:ext cx="8864221" cy="3877985"/>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dirty="0" smtClean="0"/>
              <a:t>In Cassandra, aggregate functions are pre-defined or in-build functions. Some of the aggregate functions in Cassandra are mentioned below:</a:t>
            </a:r>
          </a:p>
          <a:p>
            <a:pPr marL="342900" indent="-342900" algn="just">
              <a:lnSpc>
                <a:spcPct val="150000"/>
              </a:lnSpc>
              <a:buFont typeface="Arial" panose="020B0604020202020204" pitchFamily="34" charset="0"/>
              <a:buChar char="•"/>
            </a:pPr>
            <a:endParaRPr lang="en-GB" dirty="0"/>
          </a:p>
          <a:p>
            <a:pPr marL="342900" indent="-342900" algn="just">
              <a:lnSpc>
                <a:spcPct val="150000"/>
              </a:lnSpc>
              <a:buFont typeface="Arial" panose="020B0604020202020204" pitchFamily="34" charset="0"/>
              <a:buChar char="•"/>
            </a:pPr>
            <a:r>
              <a:rPr lang="en-GB" dirty="0" smtClean="0"/>
              <a:t>Count</a:t>
            </a:r>
          </a:p>
          <a:p>
            <a:pPr marL="342900" indent="-342900" algn="just">
              <a:lnSpc>
                <a:spcPct val="150000"/>
              </a:lnSpc>
              <a:buFont typeface="Arial" panose="020B0604020202020204" pitchFamily="34" charset="0"/>
              <a:buChar char="•"/>
            </a:pPr>
            <a:r>
              <a:rPr lang="en-GB" dirty="0" smtClean="0"/>
              <a:t>Min and Max</a:t>
            </a:r>
          </a:p>
          <a:p>
            <a:pPr marL="342900" indent="-342900" algn="just">
              <a:lnSpc>
                <a:spcPct val="150000"/>
              </a:lnSpc>
              <a:buFont typeface="Arial" panose="020B0604020202020204" pitchFamily="34" charset="0"/>
              <a:buChar char="•"/>
            </a:pPr>
            <a:r>
              <a:rPr lang="en-GB" dirty="0" smtClean="0"/>
              <a:t>Sum</a:t>
            </a:r>
          </a:p>
          <a:p>
            <a:pPr marL="342900" indent="-342900" algn="just">
              <a:lnSpc>
                <a:spcPct val="150000"/>
              </a:lnSpc>
              <a:buFont typeface="Arial" panose="020B0604020202020204" pitchFamily="34" charset="0"/>
              <a:buChar char="•"/>
            </a:pPr>
            <a:r>
              <a:rPr lang="en-GB" dirty="0" err="1" smtClean="0"/>
              <a:t>Avg</a:t>
            </a:r>
            <a:endParaRPr lang="en-GB" dirty="0" smtClean="0"/>
          </a:p>
          <a:p>
            <a:pPr marL="342900" indent="-342900" algn="just">
              <a:lnSpc>
                <a:spcPct val="150000"/>
              </a:lnSpc>
              <a:buFont typeface="Arial" panose="020B0604020202020204" pitchFamily="34" charset="0"/>
              <a:buChar char="•"/>
            </a:pPr>
            <a:endParaRPr lang="en-GB" dirty="0" smtClean="0"/>
          </a:p>
          <a:p>
            <a:pPr marL="342900" indent="-342900" algn="just">
              <a:lnSpc>
                <a:spcPct val="150000"/>
              </a:lnSpc>
              <a:buFont typeface="Arial" panose="020B0604020202020204" pitchFamily="34" charset="0"/>
              <a:buChar char="•"/>
            </a:pPr>
            <a:endParaRPr lang="en-US" sz="2000" dirty="0"/>
          </a:p>
        </p:txBody>
      </p:sp>
    </p:spTree>
    <p:extLst>
      <p:ext uri="{BB962C8B-B14F-4D97-AF65-F5344CB8AC3E}">
        <p14:creationId xmlns:p14="http://schemas.microsoft.com/office/powerpoint/2010/main" val="327093780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41</a:t>
            </a:fld>
            <a:endParaRPr lang="en-US"/>
          </a:p>
        </p:txBody>
      </p:sp>
      <p:sp>
        <p:nvSpPr>
          <p:cNvPr id="5" name="TextBox 4"/>
          <p:cNvSpPr txBox="1"/>
          <p:nvPr/>
        </p:nvSpPr>
        <p:spPr>
          <a:xfrm>
            <a:off x="203578" y="373120"/>
            <a:ext cx="7264022" cy="461665"/>
          </a:xfrm>
          <a:prstGeom prst="rect">
            <a:avLst/>
          </a:prstGeom>
          <a:noFill/>
        </p:spPr>
        <p:txBody>
          <a:bodyPr wrap="square" rtlCol="0">
            <a:spAutoFit/>
          </a:bodyPr>
          <a:lstStyle/>
          <a:p>
            <a:r>
              <a:rPr lang="en-US" sz="2400" b="1" dirty="0" smtClean="0">
                <a:solidFill>
                  <a:srgbClr val="121214"/>
                </a:solidFill>
              </a:rPr>
              <a:t>Cassandra Aggregations : Count, Max and Min</a:t>
            </a:r>
            <a:endParaRPr lang="en-IN" sz="2400" b="1" dirty="0"/>
          </a:p>
        </p:txBody>
      </p:sp>
      <p:sp>
        <p:nvSpPr>
          <p:cNvPr id="8" name="Rectangle 7"/>
          <p:cNvSpPr/>
          <p:nvPr/>
        </p:nvSpPr>
        <p:spPr>
          <a:xfrm>
            <a:off x="203578" y="1122218"/>
            <a:ext cx="8864221"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b="1" dirty="0" smtClean="0">
                <a:solidFill>
                  <a:srgbClr val="7030A0"/>
                </a:solidFill>
              </a:rPr>
              <a:t>Count:</a:t>
            </a:r>
            <a:r>
              <a:rPr lang="en-GB" dirty="0" smtClean="0"/>
              <a:t> </a:t>
            </a:r>
            <a:r>
              <a:rPr lang="en-GB" dirty="0"/>
              <a:t>The count function is used to count the rows returned by a query</a:t>
            </a:r>
            <a:r>
              <a:rPr lang="en-GB" dirty="0" smtClean="0"/>
              <a:t>.</a:t>
            </a:r>
          </a:p>
          <a:p>
            <a:pPr marL="342900" indent="-342900" algn="just">
              <a:lnSpc>
                <a:spcPct val="150000"/>
              </a:lnSpc>
              <a:buFont typeface="Arial" panose="020B0604020202020204" pitchFamily="34" charset="0"/>
              <a:buChar char="•"/>
            </a:pPr>
            <a:r>
              <a:rPr lang="en-GB" dirty="0" smtClean="0">
                <a:solidFill>
                  <a:srgbClr val="7030A0"/>
                </a:solidFill>
              </a:rPr>
              <a:t>Example:</a:t>
            </a:r>
            <a:r>
              <a:rPr lang="en-GB" dirty="0" smtClean="0"/>
              <a:t> </a:t>
            </a:r>
            <a:r>
              <a:rPr lang="en-GB" dirty="0"/>
              <a:t>SELECT </a:t>
            </a:r>
            <a:r>
              <a:rPr lang="en-GB" dirty="0" smtClean="0"/>
              <a:t>COUNT(1)  FROM </a:t>
            </a:r>
            <a:r>
              <a:rPr lang="en-GB" dirty="0" err="1"/>
              <a:t>Emp_record</a:t>
            </a:r>
            <a:r>
              <a:rPr lang="en-GB" dirty="0"/>
              <a:t>; </a:t>
            </a:r>
            <a:endParaRPr lang="en-GB" dirty="0" smtClean="0"/>
          </a:p>
          <a:p>
            <a:pPr marL="342900" indent="-342900" algn="just">
              <a:lnSpc>
                <a:spcPct val="150000"/>
              </a:lnSpc>
              <a:buFont typeface="Arial" panose="020B0604020202020204" pitchFamily="34" charset="0"/>
              <a:buChar char="•"/>
            </a:pPr>
            <a:endParaRPr lang="en-GB" b="1" u="sng" dirty="0" smtClean="0">
              <a:solidFill>
                <a:srgbClr val="7030A0"/>
              </a:solidFill>
            </a:endParaRPr>
          </a:p>
          <a:p>
            <a:pPr marL="342900" indent="-342900" algn="just">
              <a:lnSpc>
                <a:spcPct val="150000"/>
              </a:lnSpc>
              <a:buFont typeface="Arial" panose="020B0604020202020204" pitchFamily="34" charset="0"/>
              <a:buChar char="•"/>
            </a:pPr>
            <a:r>
              <a:rPr lang="en-GB" b="1" u="sng" dirty="0" smtClean="0">
                <a:solidFill>
                  <a:srgbClr val="7030A0"/>
                </a:solidFill>
              </a:rPr>
              <a:t>Max and Min :</a:t>
            </a:r>
          </a:p>
          <a:p>
            <a:pPr marL="342900" indent="-342900" algn="just">
              <a:lnSpc>
                <a:spcPct val="150000"/>
              </a:lnSpc>
              <a:buFont typeface="Arial" panose="020B0604020202020204" pitchFamily="34" charset="0"/>
              <a:buChar char="•"/>
            </a:pPr>
            <a:r>
              <a:rPr lang="en-GB" b="1" dirty="0" smtClean="0">
                <a:solidFill>
                  <a:srgbClr val="7030A0"/>
                </a:solidFill>
              </a:rPr>
              <a:t>Max: </a:t>
            </a:r>
            <a:r>
              <a:rPr lang="en-GB" dirty="0"/>
              <a:t>The Max function is used to compute the maximum value returned by a query for a given column</a:t>
            </a:r>
            <a:r>
              <a:rPr lang="en-GB" dirty="0" smtClean="0"/>
              <a:t>.</a:t>
            </a:r>
          </a:p>
          <a:p>
            <a:pPr marL="342900" indent="-342900" algn="just">
              <a:lnSpc>
                <a:spcPct val="150000"/>
              </a:lnSpc>
              <a:buFont typeface="Arial" panose="020B0604020202020204" pitchFamily="34" charset="0"/>
              <a:buChar char="•"/>
            </a:pPr>
            <a:r>
              <a:rPr lang="en-GB" b="1" dirty="0" smtClean="0">
                <a:solidFill>
                  <a:srgbClr val="7030A0"/>
                </a:solidFill>
              </a:rPr>
              <a:t>Min:</a:t>
            </a:r>
            <a:r>
              <a:rPr lang="en-GB" dirty="0" smtClean="0"/>
              <a:t> </a:t>
            </a:r>
            <a:r>
              <a:rPr lang="en-GB" dirty="0"/>
              <a:t>The Min function is used to compute the minimum value returned by a query for a given column</a:t>
            </a:r>
            <a:r>
              <a:rPr lang="en-GB" dirty="0" smtClean="0"/>
              <a:t>.</a:t>
            </a:r>
          </a:p>
          <a:p>
            <a:pPr marL="342900" indent="-342900" algn="just">
              <a:lnSpc>
                <a:spcPct val="150000"/>
              </a:lnSpc>
              <a:buFont typeface="Arial" panose="020B0604020202020204" pitchFamily="34" charset="0"/>
              <a:buChar char="•"/>
            </a:pPr>
            <a:r>
              <a:rPr lang="en-GB" dirty="0" smtClean="0">
                <a:solidFill>
                  <a:srgbClr val="7030A0"/>
                </a:solidFill>
              </a:rPr>
              <a:t>Example  (Min</a:t>
            </a:r>
            <a:r>
              <a:rPr lang="en-GB" dirty="0">
                <a:solidFill>
                  <a:srgbClr val="7030A0"/>
                </a:solidFill>
              </a:rPr>
              <a:t>): </a:t>
            </a:r>
            <a:r>
              <a:rPr lang="en-GB" dirty="0"/>
              <a:t>SELECT MIN(</a:t>
            </a:r>
            <a:r>
              <a:rPr lang="en-GB" dirty="0" err="1"/>
              <a:t>E_score</a:t>
            </a:r>
            <a:r>
              <a:rPr lang="en-GB" dirty="0"/>
              <a:t>) </a:t>
            </a:r>
            <a:r>
              <a:rPr lang="en-GB" dirty="0" smtClean="0"/>
              <a:t> FROM </a:t>
            </a:r>
            <a:r>
              <a:rPr lang="en-GB" dirty="0" err="1"/>
              <a:t>Emp_record</a:t>
            </a:r>
            <a:r>
              <a:rPr lang="en-GB" dirty="0"/>
              <a:t>; </a:t>
            </a:r>
            <a:endParaRPr lang="en-GB" dirty="0" smtClean="0"/>
          </a:p>
          <a:p>
            <a:pPr marL="342900" indent="-342900" algn="just">
              <a:lnSpc>
                <a:spcPct val="150000"/>
              </a:lnSpc>
              <a:buFont typeface="Arial" panose="020B0604020202020204" pitchFamily="34" charset="0"/>
              <a:buChar char="•"/>
            </a:pPr>
            <a:r>
              <a:rPr lang="en-GB" dirty="0" smtClean="0">
                <a:solidFill>
                  <a:srgbClr val="7030A0"/>
                </a:solidFill>
              </a:rPr>
              <a:t>Example (Max</a:t>
            </a:r>
            <a:r>
              <a:rPr lang="en-GB" dirty="0">
                <a:solidFill>
                  <a:srgbClr val="7030A0"/>
                </a:solidFill>
              </a:rPr>
              <a:t>): </a:t>
            </a:r>
            <a:r>
              <a:rPr lang="en-GB" dirty="0"/>
              <a:t>SELECT MAX(</a:t>
            </a:r>
            <a:r>
              <a:rPr lang="en-GB" dirty="0" err="1"/>
              <a:t>E_score</a:t>
            </a:r>
            <a:r>
              <a:rPr lang="en-GB" dirty="0"/>
              <a:t>) </a:t>
            </a:r>
            <a:r>
              <a:rPr lang="en-GB" dirty="0" smtClean="0"/>
              <a:t> FROM </a:t>
            </a:r>
            <a:r>
              <a:rPr lang="en-GB" dirty="0" err="1"/>
              <a:t>Emp_record</a:t>
            </a:r>
            <a:r>
              <a:rPr lang="en-GB" dirty="0"/>
              <a:t>; </a:t>
            </a:r>
            <a:endParaRPr lang="en-GB" dirty="0" smtClean="0"/>
          </a:p>
          <a:p>
            <a:pPr marL="342900" indent="-342900" algn="just">
              <a:lnSpc>
                <a:spcPct val="150000"/>
              </a:lnSpc>
              <a:buFont typeface="Arial" panose="020B0604020202020204" pitchFamily="34" charset="0"/>
              <a:buChar char="•"/>
            </a:pPr>
            <a:endParaRPr lang="en-US" sz="2000" dirty="0"/>
          </a:p>
        </p:txBody>
      </p:sp>
    </p:spTree>
    <p:extLst>
      <p:ext uri="{BB962C8B-B14F-4D97-AF65-F5344CB8AC3E}">
        <p14:creationId xmlns:p14="http://schemas.microsoft.com/office/powerpoint/2010/main" val="177515242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42</a:t>
            </a:fld>
            <a:endParaRPr lang="en-US"/>
          </a:p>
        </p:txBody>
      </p:sp>
      <p:sp>
        <p:nvSpPr>
          <p:cNvPr id="5" name="TextBox 4"/>
          <p:cNvSpPr txBox="1"/>
          <p:nvPr/>
        </p:nvSpPr>
        <p:spPr>
          <a:xfrm>
            <a:off x="203578" y="373120"/>
            <a:ext cx="7264022" cy="461665"/>
          </a:xfrm>
          <a:prstGeom prst="rect">
            <a:avLst/>
          </a:prstGeom>
          <a:noFill/>
        </p:spPr>
        <p:txBody>
          <a:bodyPr wrap="square" rtlCol="0">
            <a:spAutoFit/>
          </a:bodyPr>
          <a:lstStyle/>
          <a:p>
            <a:r>
              <a:rPr lang="en-US" sz="2400" b="1" dirty="0" smtClean="0">
                <a:solidFill>
                  <a:srgbClr val="121214"/>
                </a:solidFill>
              </a:rPr>
              <a:t>Cassandra Aggregations : Sum, AVG</a:t>
            </a:r>
            <a:endParaRPr lang="en-IN" sz="2400" b="1" dirty="0"/>
          </a:p>
        </p:txBody>
      </p:sp>
      <p:sp>
        <p:nvSpPr>
          <p:cNvPr id="8" name="Rectangle 7"/>
          <p:cNvSpPr/>
          <p:nvPr/>
        </p:nvSpPr>
        <p:spPr>
          <a:xfrm>
            <a:off x="203578" y="1122218"/>
            <a:ext cx="8864221" cy="300082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b="1" dirty="0" smtClean="0">
                <a:solidFill>
                  <a:srgbClr val="7030A0"/>
                </a:solidFill>
              </a:rPr>
              <a:t>Sum:</a:t>
            </a:r>
            <a:r>
              <a:rPr lang="en-GB" dirty="0" smtClean="0"/>
              <a:t> </a:t>
            </a:r>
            <a:r>
              <a:rPr lang="en-GB" dirty="0"/>
              <a:t>The sum function is an aggregate function </a:t>
            </a:r>
            <a:r>
              <a:rPr lang="en-GB" dirty="0" smtClean="0"/>
              <a:t>that </a:t>
            </a:r>
            <a:r>
              <a:rPr lang="en-GB" dirty="0"/>
              <a:t>can be </a:t>
            </a:r>
            <a:r>
              <a:rPr lang="en-GB" dirty="0" smtClean="0"/>
              <a:t>used, </a:t>
            </a:r>
            <a:r>
              <a:rPr lang="en-GB" dirty="0"/>
              <a:t>to sum up all the values returned by a query for a given column</a:t>
            </a:r>
            <a:r>
              <a:rPr lang="en-GB" dirty="0" smtClean="0"/>
              <a:t>.</a:t>
            </a:r>
          </a:p>
          <a:p>
            <a:pPr marL="342900" indent="-342900" algn="just">
              <a:lnSpc>
                <a:spcPct val="150000"/>
              </a:lnSpc>
              <a:buFont typeface="Arial" panose="020B0604020202020204" pitchFamily="34" charset="0"/>
              <a:buChar char="•"/>
            </a:pPr>
            <a:r>
              <a:rPr lang="en-GB" dirty="0" smtClean="0">
                <a:solidFill>
                  <a:srgbClr val="7030A0"/>
                </a:solidFill>
              </a:rPr>
              <a:t>Example:</a:t>
            </a:r>
            <a:r>
              <a:rPr lang="en-GB" dirty="0"/>
              <a:t> SELECT SUM(</a:t>
            </a:r>
            <a:r>
              <a:rPr lang="en-GB" dirty="0" err="1"/>
              <a:t>E_score</a:t>
            </a:r>
            <a:r>
              <a:rPr lang="en-GB" dirty="0"/>
              <a:t>) </a:t>
            </a:r>
            <a:r>
              <a:rPr lang="en-GB" dirty="0" smtClean="0"/>
              <a:t>FROM </a:t>
            </a:r>
            <a:r>
              <a:rPr lang="en-GB" dirty="0" err="1"/>
              <a:t>Emp_record</a:t>
            </a:r>
            <a:r>
              <a:rPr lang="en-GB" dirty="0"/>
              <a:t>; </a:t>
            </a:r>
            <a:endParaRPr lang="en-GB" dirty="0" smtClean="0"/>
          </a:p>
          <a:p>
            <a:pPr marL="342900" indent="-342900" algn="just">
              <a:lnSpc>
                <a:spcPct val="150000"/>
              </a:lnSpc>
              <a:buFont typeface="Arial" panose="020B0604020202020204" pitchFamily="34" charset="0"/>
              <a:buChar char="•"/>
            </a:pPr>
            <a:endParaRPr lang="en-GB" b="1" u="sng" dirty="0" smtClean="0">
              <a:solidFill>
                <a:srgbClr val="7030A0"/>
              </a:solidFill>
            </a:endParaRPr>
          </a:p>
          <a:p>
            <a:pPr marL="342900" indent="-342900" algn="just">
              <a:lnSpc>
                <a:spcPct val="150000"/>
              </a:lnSpc>
              <a:buFont typeface="Arial" panose="020B0604020202020204" pitchFamily="34" charset="0"/>
              <a:buChar char="•"/>
            </a:pPr>
            <a:r>
              <a:rPr lang="en-GB" b="1" dirty="0" err="1" smtClean="0">
                <a:solidFill>
                  <a:srgbClr val="7030A0"/>
                </a:solidFill>
              </a:rPr>
              <a:t>Avg</a:t>
            </a:r>
            <a:r>
              <a:rPr lang="en-GB" b="1" dirty="0" smtClean="0">
                <a:solidFill>
                  <a:srgbClr val="7030A0"/>
                </a:solidFill>
              </a:rPr>
              <a:t>: </a:t>
            </a:r>
            <a:r>
              <a:rPr lang="en-GB" dirty="0"/>
              <a:t>The </a:t>
            </a:r>
            <a:r>
              <a:rPr lang="en-GB" dirty="0" err="1"/>
              <a:t>avg</a:t>
            </a:r>
            <a:r>
              <a:rPr lang="en-GB" dirty="0"/>
              <a:t> function is an aggregate function which can be used to compute the average of all the values returned by a query for a given column.</a:t>
            </a:r>
            <a:r>
              <a:rPr lang="en-GB" dirty="0" smtClean="0"/>
              <a:t>.</a:t>
            </a:r>
          </a:p>
          <a:p>
            <a:pPr marL="342900" indent="-342900" algn="just">
              <a:lnSpc>
                <a:spcPct val="150000"/>
              </a:lnSpc>
              <a:buFont typeface="Arial" panose="020B0604020202020204" pitchFamily="34" charset="0"/>
              <a:buChar char="•"/>
            </a:pPr>
            <a:r>
              <a:rPr lang="en-GB" dirty="0" smtClean="0">
                <a:solidFill>
                  <a:srgbClr val="7030A0"/>
                </a:solidFill>
              </a:rPr>
              <a:t>Example (Max): </a:t>
            </a:r>
            <a:r>
              <a:rPr lang="en-GB" dirty="0" smtClean="0"/>
              <a:t>SELECT </a:t>
            </a:r>
            <a:r>
              <a:rPr lang="en-GB" dirty="0"/>
              <a:t>AVG(</a:t>
            </a:r>
            <a:r>
              <a:rPr lang="en-GB" dirty="0" err="1"/>
              <a:t>E_score</a:t>
            </a:r>
            <a:r>
              <a:rPr lang="en-GB" dirty="0"/>
              <a:t>)  FROM </a:t>
            </a:r>
            <a:r>
              <a:rPr lang="en-GB" dirty="0" err="1"/>
              <a:t>Emp_record</a:t>
            </a:r>
            <a:r>
              <a:rPr lang="en-GB" dirty="0"/>
              <a:t>; </a:t>
            </a:r>
            <a:endParaRPr lang="en-US" dirty="0"/>
          </a:p>
        </p:txBody>
      </p:sp>
    </p:spTree>
    <p:extLst>
      <p:ext uri="{BB962C8B-B14F-4D97-AF65-F5344CB8AC3E}">
        <p14:creationId xmlns:p14="http://schemas.microsoft.com/office/powerpoint/2010/main" val="2564577892"/>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43</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smtClean="0">
                <a:solidFill>
                  <a:srgbClr val="121214"/>
                </a:solidFill>
              </a:rPr>
              <a:t>MongoDB : Data Model	</a:t>
            </a:r>
            <a:endParaRPr lang="en-IN" sz="2400" b="1" dirty="0"/>
          </a:p>
        </p:txBody>
      </p:sp>
      <p:sp>
        <p:nvSpPr>
          <p:cNvPr id="8" name="Rectangle 7"/>
          <p:cNvSpPr/>
          <p:nvPr/>
        </p:nvSpPr>
        <p:spPr>
          <a:xfrm>
            <a:off x="0" y="1066800"/>
            <a:ext cx="9067799" cy="567847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b="1" dirty="0" smtClean="0">
                <a:solidFill>
                  <a:srgbClr val="7030A0"/>
                </a:solidFill>
              </a:rPr>
              <a:t>Definition: </a:t>
            </a:r>
            <a:r>
              <a:rPr lang="en-GB" dirty="0"/>
              <a:t>A data model is a visual representation of how you will store data, along with how the data is related to each other. The goal of creating a data model is to identify all the data components of a system and how they are linked together.</a:t>
            </a:r>
            <a:endParaRPr lang="en-GB" sz="2000" dirty="0"/>
          </a:p>
          <a:p>
            <a:pPr marL="342900" indent="-342900" algn="just">
              <a:lnSpc>
                <a:spcPct val="150000"/>
              </a:lnSpc>
              <a:buFont typeface="Arial" panose="020B0604020202020204" pitchFamily="34" charset="0"/>
              <a:buChar char="•"/>
            </a:pPr>
            <a:r>
              <a:rPr lang="en-GB" sz="2000" b="1" dirty="0" smtClean="0">
                <a:solidFill>
                  <a:srgbClr val="7030A0"/>
                </a:solidFill>
              </a:rPr>
              <a:t>Types of Data Model:</a:t>
            </a:r>
          </a:p>
          <a:p>
            <a:pPr marL="342900" indent="-342900" algn="just">
              <a:lnSpc>
                <a:spcPct val="150000"/>
              </a:lnSpc>
              <a:buFont typeface="Arial" panose="020B0604020202020204" pitchFamily="34" charset="0"/>
              <a:buChar char="•"/>
            </a:pPr>
            <a:r>
              <a:rPr lang="en-GB" b="1" i="1" dirty="0"/>
              <a:t>Conceptual Data Model: </a:t>
            </a:r>
            <a:r>
              <a:rPr lang="en-GB" dirty="0"/>
              <a:t>The conceptual data model explains what the system should contain with regard to data and how it </a:t>
            </a:r>
            <a:r>
              <a:rPr lang="en-GB" dirty="0" smtClean="0"/>
              <a:t>is related.</a:t>
            </a:r>
          </a:p>
          <a:p>
            <a:pPr marL="342900" indent="-342900" algn="just">
              <a:lnSpc>
                <a:spcPct val="150000"/>
              </a:lnSpc>
              <a:buFont typeface="Arial" panose="020B0604020202020204" pitchFamily="34" charset="0"/>
              <a:buChar char="•"/>
            </a:pPr>
            <a:r>
              <a:rPr lang="en-GB" b="1" i="1" dirty="0"/>
              <a:t>Logical Data Model:</a:t>
            </a:r>
            <a:r>
              <a:rPr lang="en-GB" dirty="0"/>
              <a:t> The logical data model will describe how the data will be structured</a:t>
            </a:r>
            <a:r>
              <a:rPr lang="en-GB" dirty="0" smtClean="0"/>
              <a:t>.</a:t>
            </a:r>
          </a:p>
          <a:p>
            <a:pPr marL="342900" indent="-342900" algn="just">
              <a:lnSpc>
                <a:spcPct val="150000"/>
              </a:lnSpc>
              <a:buFont typeface="Arial" panose="020B0604020202020204" pitchFamily="34" charset="0"/>
              <a:buChar char="•"/>
            </a:pPr>
            <a:r>
              <a:rPr lang="en-GB" b="1" i="1" dirty="0"/>
              <a:t>Physical Data Model:</a:t>
            </a:r>
            <a:r>
              <a:rPr lang="en-GB" dirty="0"/>
              <a:t> The physical data model represents how the data will be stored in a specific database management system (DBMS).</a:t>
            </a:r>
            <a:endParaRPr lang="en-GB" sz="2000" b="1" dirty="0" smtClean="0">
              <a:solidFill>
                <a:srgbClr val="7030A0"/>
              </a:solidFill>
            </a:endParaRPr>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US" sz="2000" dirty="0"/>
          </a:p>
        </p:txBody>
      </p:sp>
    </p:spTree>
    <p:extLst>
      <p:ext uri="{BB962C8B-B14F-4D97-AF65-F5344CB8AC3E}">
        <p14:creationId xmlns:p14="http://schemas.microsoft.com/office/powerpoint/2010/main" val="670176328"/>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44</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smtClean="0">
                <a:solidFill>
                  <a:srgbClr val="121214"/>
                </a:solidFill>
              </a:rPr>
              <a:t>Example : Conceptual Data Model	</a:t>
            </a:r>
            <a:endParaRPr lang="en-IN" sz="2400" b="1" dirty="0"/>
          </a:p>
        </p:txBody>
      </p:sp>
      <p:sp>
        <p:nvSpPr>
          <p:cNvPr id="8" name="Rectangle 7"/>
          <p:cNvSpPr/>
          <p:nvPr/>
        </p:nvSpPr>
        <p:spPr>
          <a:xfrm>
            <a:off x="203578" y="1066800"/>
            <a:ext cx="8864221" cy="5586145"/>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b="1" dirty="0" smtClean="0">
                <a:solidFill>
                  <a:srgbClr val="7030A0"/>
                </a:solidFill>
              </a:rPr>
              <a:t>Library </a:t>
            </a:r>
          </a:p>
          <a:p>
            <a:pPr marL="342900" indent="-342900" algn="just">
              <a:lnSpc>
                <a:spcPct val="150000"/>
              </a:lnSpc>
              <a:buFont typeface="Arial" panose="020B0604020202020204" pitchFamily="34" charset="0"/>
              <a:buChar char="•"/>
            </a:pPr>
            <a:r>
              <a:rPr lang="en-GB" sz="2000" b="1" i="1" dirty="0"/>
              <a:t>Books: </a:t>
            </a:r>
            <a:r>
              <a:rPr lang="en-GB" sz="2000" dirty="0"/>
              <a:t>The library has millions of books, and they all have a unique International Standard Book Number (ISBN). The users will need to search books by title or by author.</a:t>
            </a:r>
          </a:p>
          <a:p>
            <a:pPr marL="342900" indent="-342900" algn="just">
              <a:lnSpc>
                <a:spcPct val="150000"/>
              </a:lnSpc>
              <a:buFont typeface="Arial" panose="020B0604020202020204" pitchFamily="34" charset="0"/>
              <a:buChar char="•"/>
            </a:pPr>
            <a:r>
              <a:rPr lang="en-GB" sz="2000" b="1" i="1" dirty="0"/>
              <a:t>Users: </a:t>
            </a:r>
            <a:r>
              <a:rPr lang="en-GB" sz="2000" dirty="0"/>
              <a:t>This library has thousands of users, and each user has a name, along with an address. The library will assign them a unique number that they can find on their library card</a:t>
            </a:r>
            <a:r>
              <a:rPr lang="en-GB" sz="2000" dirty="0" smtClean="0"/>
              <a:t>.</a:t>
            </a:r>
          </a:p>
          <a:p>
            <a:pPr marL="342900" indent="-342900" algn="just">
              <a:lnSpc>
                <a:spcPct val="150000"/>
              </a:lnSpc>
              <a:buFont typeface="Arial" panose="020B0604020202020204" pitchFamily="34" charset="0"/>
              <a:buChar char="•"/>
            </a:pPr>
            <a:r>
              <a:rPr lang="en-GB" sz="2000" b="1" i="1" dirty="0"/>
              <a:t>Users will borrow books: </a:t>
            </a:r>
            <a:r>
              <a:rPr lang="en-GB" sz="2000" dirty="0"/>
              <a:t>Ultimately, the library will need to know which books have been borrowed by which user. Each user is entitled to five borrowed books at a time.</a:t>
            </a:r>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US" sz="2000" dirty="0"/>
          </a:p>
        </p:txBody>
      </p:sp>
    </p:spTree>
    <p:extLst>
      <p:ext uri="{BB962C8B-B14F-4D97-AF65-F5344CB8AC3E}">
        <p14:creationId xmlns:p14="http://schemas.microsoft.com/office/powerpoint/2010/main" val="65115958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45</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smtClean="0">
                <a:solidFill>
                  <a:srgbClr val="121214"/>
                </a:solidFill>
              </a:rPr>
              <a:t>Example : Conceptual Data Model- Cont’d..	</a:t>
            </a:r>
            <a:endParaRPr lang="en-IN" sz="2400" b="1" dirty="0"/>
          </a:p>
        </p:txBody>
      </p:sp>
      <p:sp>
        <p:nvSpPr>
          <p:cNvPr id="8" name="Rectangle 7"/>
          <p:cNvSpPr/>
          <p:nvPr/>
        </p:nvSpPr>
        <p:spPr>
          <a:xfrm>
            <a:off x="203578" y="1066800"/>
            <a:ext cx="8864221" cy="969496"/>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b="1" dirty="0" smtClean="0">
                <a:solidFill>
                  <a:srgbClr val="7030A0"/>
                </a:solidFill>
              </a:rPr>
              <a:t>Library </a:t>
            </a:r>
          </a:p>
          <a:p>
            <a:pPr marL="342900" indent="-342900" algn="just">
              <a:lnSpc>
                <a:spcPct val="150000"/>
              </a:lnSpc>
              <a:buFont typeface="Arial" panose="020B0604020202020204" pitchFamily="34" charset="0"/>
              <a:buChar char="•"/>
            </a:pPr>
            <a:endParaRPr lang="en-US" sz="2000" dirty="0"/>
          </a:p>
        </p:txBody>
      </p:sp>
      <p:pic>
        <p:nvPicPr>
          <p:cNvPr id="6" name="Picture 5"/>
          <p:cNvPicPr>
            <a:picLocks noChangeAspect="1"/>
          </p:cNvPicPr>
          <p:nvPr/>
        </p:nvPicPr>
        <p:blipFill>
          <a:blip r:embed="rId2"/>
          <a:stretch>
            <a:fillRect/>
          </a:stretch>
        </p:blipFill>
        <p:spPr>
          <a:xfrm>
            <a:off x="2081212" y="2438401"/>
            <a:ext cx="4981575" cy="1376362"/>
          </a:xfrm>
          <a:prstGeom prst="rect">
            <a:avLst/>
          </a:prstGeom>
        </p:spPr>
      </p:pic>
    </p:spTree>
    <p:extLst>
      <p:ext uri="{BB962C8B-B14F-4D97-AF65-F5344CB8AC3E}">
        <p14:creationId xmlns:p14="http://schemas.microsoft.com/office/powerpoint/2010/main" val="3699725336"/>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46</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smtClean="0">
                <a:solidFill>
                  <a:srgbClr val="121214"/>
                </a:solidFill>
              </a:rPr>
              <a:t>Example : Logical Model	</a:t>
            </a:r>
            <a:endParaRPr lang="en-IN" sz="2400" b="1" dirty="0"/>
          </a:p>
        </p:txBody>
      </p:sp>
      <p:sp>
        <p:nvSpPr>
          <p:cNvPr id="8" name="Rectangle 7"/>
          <p:cNvSpPr/>
          <p:nvPr/>
        </p:nvSpPr>
        <p:spPr>
          <a:xfrm>
            <a:off x="203578" y="1066800"/>
            <a:ext cx="8864221" cy="4247317"/>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smtClean="0"/>
              <a:t>It </a:t>
            </a:r>
            <a:r>
              <a:rPr lang="en-GB" sz="2000" dirty="0"/>
              <a:t>is now time to create a logical data model. As part of this </a:t>
            </a:r>
            <a:r>
              <a:rPr lang="en-GB" sz="2000" dirty="0" err="1"/>
              <a:t>modeling</a:t>
            </a:r>
            <a:r>
              <a:rPr lang="en-GB" sz="2000" dirty="0"/>
              <a:t> step, you might realize that some of your data structures are more complex and require new entities. </a:t>
            </a:r>
            <a:endParaRPr lang="en-GB" sz="2000" dirty="0" smtClean="0"/>
          </a:p>
          <a:p>
            <a:pPr marL="342900" indent="-342900" algn="just">
              <a:lnSpc>
                <a:spcPct val="150000"/>
              </a:lnSpc>
              <a:buFont typeface="Arial" panose="020B0604020202020204" pitchFamily="34" charset="0"/>
              <a:buChar char="•"/>
            </a:pPr>
            <a:r>
              <a:rPr lang="en-GB" sz="2000" dirty="0" smtClean="0"/>
              <a:t>For </a:t>
            </a:r>
            <a:r>
              <a:rPr lang="en-GB" sz="2000" b="1" i="1" dirty="0"/>
              <a:t>example</a:t>
            </a:r>
            <a:r>
              <a:rPr lang="en-GB" sz="2000" dirty="0"/>
              <a:t>, the authors would be better represented as their own entities in order to enable searching for books by authors. We are assuming here that there is a single author per book for the sake of simplicity</a:t>
            </a:r>
            <a:r>
              <a:rPr lang="en-GB" sz="2000" dirty="0" smtClean="0"/>
              <a:t>.</a:t>
            </a:r>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US" sz="2000" dirty="0"/>
          </a:p>
        </p:txBody>
      </p:sp>
      <p:pic>
        <p:nvPicPr>
          <p:cNvPr id="6" name="Picture 5"/>
          <p:cNvPicPr>
            <a:picLocks noChangeAspect="1"/>
          </p:cNvPicPr>
          <p:nvPr/>
        </p:nvPicPr>
        <p:blipFill>
          <a:blip r:embed="rId2"/>
          <a:stretch>
            <a:fillRect/>
          </a:stretch>
        </p:blipFill>
        <p:spPr>
          <a:xfrm>
            <a:off x="2130613" y="3962400"/>
            <a:ext cx="5010150" cy="1676399"/>
          </a:xfrm>
          <a:prstGeom prst="rect">
            <a:avLst/>
          </a:prstGeom>
        </p:spPr>
      </p:pic>
    </p:spTree>
    <p:extLst>
      <p:ext uri="{BB962C8B-B14F-4D97-AF65-F5344CB8AC3E}">
        <p14:creationId xmlns:p14="http://schemas.microsoft.com/office/powerpoint/2010/main" val="378999783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47</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smtClean="0">
                <a:solidFill>
                  <a:srgbClr val="121214"/>
                </a:solidFill>
              </a:rPr>
              <a:t>Example : Physical Data  Model	</a:t>
            </a:r>
            <a:endParaRPr lang="en-IN" sz="2400" b="1" dirty="0"/>
          </a:p>
        </p:txBody>
      </p:sp>
      <p:sp>
        <p:nvSpPr>
          <p:cNvPr id="8" name="Rectangle 7"/>
          <p:cNvSpPr/>
          <p:nvPr/>
        </p:nvSpPr>
        <p:spPr>
          <a:xfrm>
            <a:off x="203578" y="1066800"/>
            <a:ext cx="8864221"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t>It is now time to choose your DBMS and build your physical data model. At this point, you will start thinking in terms of the database you picked. The type of database you choose will determine how you will store the data.</a:t>
            </a:r>
          </a:p>
          <a:p>
            <a:pPr marL="342900" indent="-342900" algn="just">
              <a:lnSpc>
                <a:spcPct val="150000"/>
              </a:lnSpc>
              <a:buFont typeface="Arial" panose="020B0604020202020204" pitchFamily="34" charset="0"/>
              <a:buChar char="•"/>
            </a:pPr>
            <a:r>
              <a:rPr lang="en-GB" sz="2000" dirty="0" smtClean="0"/>
              <a:t>If </a:t>
            </a:r>
            <a:r>
              <a:rPr lang="en-GB" sz="2000" dirty="0"/>
              <a:t>you use a document database, such as </a:t>
            </a:r>
            <a:r>
              <a:rPr lang="en-GB" sz="2000" b="1" i="1" dirty="0"/>
              <a:t>MongoDB</a:t>
            </a:r>
            <a:r>
              <a:rPr lang="en-GB" sz="2000" dirty="0"/>
              <a:t>, you will model relationships using embedding or document references. As you establish the relationships between your various objects, you will also find your IDs and unique values representing your items</a:t>
            </a:r>
            <a:r>
              <a:rPr lang="en-GB" sz="2000" dirty="0" smtClean="0"/>
              <a:t>.</a:t>
            </a:r>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US" sz="2000" dirty="0"/>
          </a:p>
        </p:txBody>
      </p:sp>
      <p:pic>
        <p:nvPicPr>
          <p:cNvPr id="7" name="Picture 6"/>
          <p:cNvPicPr>
            <a:picLocks noChangeAspect="1"/>
          </p:cNvPicPr>
          <p:nvPr/>
        </p:nvPicPr>
        <p:blipFill>
          <a:blip r:embed="rId2"/>
          <a:stretch>
            <a:fillRect/>
          </a:stretch>
        </p:blipFill>
        <p:spPr>
          <a:xfrm>
            <a:off x="4911436" y="3868468"/>
            <a:ext cx="4232564" cy="2880718"/>
          </a:xfrm>
          <a:prstGeom prst="rect">
            <a:avLst/>
          </a:prstGeom>
        </p:spPr>
      </p:pic>
    </p:spTree>
    <p:extLst>
      <p:ext uri="{BB962C8B-B14F-4D97-AF65-F5344CB8AC3E}">
        <p14:creationId xmlns:p14="http://schemas.microsoft.com/office/powerpoint/2010/main" val="84910154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48</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US" sz="2400" b="1" dirty="0" smtClean="0">
                <a:solidFill>
                  <a:srgbClr val="121214"/>
                </a:solidFill>
              </a:rPr>
              <a:t>Cassandra : Data Model</a:t>
            </a:r>
          </a:p>
        </p:txBody>
      </p:sp>
      <p:sp>
        <p:nvSpPr>
          <p:cNvPr id="8" name="Rectangle 7"/>
          <p:cNvSpPr/>
          <p:nvPr/>
        </p:nvSpPr>
        <p:spPr>
          <a:xfrm>
            <a:off x="203578" y="1066800"/>
            <a:ext cx="8864221" cy="147732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u="sng" dirty="0" smtClean="0">
                <a:solidFill>
                  <a:srgbClr val="FF0000"/>
                </a:solidFill>
              </a:rPr>
              <a:t>Materialized View:</a:t>
            </a:r>
          </a:p>
          <a:p>
            <a:pPr marL="342900" indent="-342900" algn="just">
              <a:lnSpc>
                <a:spcPct val="150000"/>
              </a:lnSpc>
              <a:buFont typeface="Arial" panose="020B0604020202020204" pitchFamily="34" charset="0"/>
              <a:buChar char="•"/>
            </a:pPr>
            <a:endParaRPr lang="en-GB" sz="2000" b="1" u="sng" dirty="0" smtClean="0">
              <a:solidFill>
                <a:srgbClr val="FF0000"/>
              </a:solidFill>
            </a:endParaRPr>
          </a:p>
          <a:p>
            <a:pPr marL="342900" indent="-342900" algn="just">
              <a:lnSpc>
                <a:spcPct val="150000"/>
              </a:lnSpc>
              <a:buFont typeface="Arial" panose="020B0604020202020204" pitchFamily="34" charset="0"/>
              <a:buChar char="•"/>
            </a:pPr>
            <a:endParaRPr lang="en-US" sz="2000" b="1" dirty="0"/>
          </a:p>
        </p:txBody>
      </p:sp>
      <p:pic>
        <p:nvPicPr>
          <p:cNvPr id="7" name="Picture 6" descr="image.jpg"/>
          <p:cNvPicPr>
            <a:picLocks noChangeAspect="1"/>
          </p:cNvPicPr>
          <p:nvPr/>
        </p:nvPicPr>
        <p:blipFill rotWithShape="1">
          <a:blip r:embed="rId2"/>
          <a:srcRect l="26" t="10617" b="21604"/>
          <a:stretch/>
        </p:blipFill>
        <p:spPr>
          <a:xfrm>
            <a:off x="310176" y="1812391"/>
            <a:ext cx="8524965" cy="3048000"/>
          </a:xfrm>
          <a:prstGeom prst="rect">
            <a:avLst/>
          </a:prstGeom>
        </p:spPr>
      </p:pic>
      <p:sp>
        <p:nvSpPr>
          <p:cNvPr id="11" name="Rectangle 10"/>
          <p:cNvSpPr/>
          <p:nvPr/>
        </p:nvSpPr>
        <p:spPr>
          <a:xfrm>
            <a:off x="4703617" y="4832682"/>
            <a:ext cx="4343400" cy="147732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u="sng" dirty="0" smtClean="0">
                <a:solidFill>
                  <a:srgbClr val="FF0000"/>
                </a:solidFill>
              </a:rPr>
              <a:t>CF : Column Family</a:t>
            </a:r>
          </a:p>
          <a:p>
            <a:pPr marL="342900" indent="-342900" algn="just">
              <a:lnSpc>
                <a:spcPct val="150000"/>
              </a:lnSpc>
              <a:buFont typeface="Arial" panose="020B0604020202020204" pitchFamily="34" charset="0"/>
              <a:buChar char="•"/>
            </a:pPr>
            <a:endParaRPr lang="en-GB" sz="2000" b="1" u="sng" dirty="0" smtClean="0">
              <a:solidFill>
                <a:srgbClr val="FF0000"/>
              </a:solidFill>
            </a:endParaRPr>
          </a:p>
          <a:p>
            <a:pPr marL="342900" indent="-342900" algn="just">
              <a:lnSpc>
                <a:spcPct val="150000"/>
              </a:lnSpc>
              <a:buFont typeface="Arial" panose="020B0604020202020204" pitchFamily="34" charset="0"/>
              <a:buChar char="•"/>
            </a:pPr>
            <a:endParaRPr lang="en-US" sz="2000" b="1" dirty="0"/>
          </a:p>
        </p:txBody>
      </p:sp>
    </p:spTree>
    <p:extLst>
      <p:ext uri="{BB962C8B-B14F-4D97-AF65-F5344CB8AC3E}">
        <p14:creationId xmlns:p14="http://schemas.microsoft.com/office/powerpoint/2010/main" val="542441633"/>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49</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US" sz="2400" b="1" dirty="0" smtClean="0">
                <a:solidFill>
                  <a:srgbClr val="121214"/>
                </a:solidFill>
              </a:rPr>
              <a:t>Cassandra : Data Model</a:t>
            </a:r>
          </a:p>
        </p:txBody>
      </p:sp>
      <p:sp>
        <p:nvSpPr>
          <p:cNvPr id="8" name="Rectangle 7"/>
          <p:cNvSpPr/>
          <p:nvPr/>
        </p:nvSpPr>
        <p:spPr>
          <a:xfrm>
            <a:off x="203578" y="1066800"/>
            <a:ext cx="8864221" cy="147732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u="sng" dirty="0" smtClean="0">
                <a:solidFill>
                  <a:srgbClr val="FF0000"/>
                </a:solidFill>
              </a:rPr>
              <a:t>Valueless Column:</a:t>
            </a:r>
          </a:p>
          <a:p>
            <a:pPr marL="342900" indent="-342900" algn="just">
              <a:lnSpc>
                <a:spcPct val="150000"/>
              </a:lnSpc>
              <a:buFont typeface="Arial" panose="020B0604020202020204" pitchFamily="34" charset="0"/>
              <a:buChar char="•"/>
            </a:pPr>
            <a:endParaRPr lang="en-GB" sz="2000" b="1" u="sng" dirty="0" smtClean="0">
              <a:solidFill>
                <a:srgbClr val="FF0000"/>
              </a:solidFill>
            </a:endParaRPr>
          </a:p>
          <a:p>
            <a:pPr marL="342900" indent="-342900" algn="just">
              <a:lnSpc>
                <a:spcPct val="150000"/>
              </a:lnSpc>
              <a:buFont typeface="Arial" panose="020B0604020202020204" pitchFamily="34" charset="0"/>
              <a:buChar char="•"/>
            </a:pPr>
            <a:endParaRPr lang="en-US" sz="2000" b="1" dirty="0"/>
          </a:p>
        </p:txBody>
      </p:sp>
      <p:pic>
        <p:nvPicPr>
          <p:cNvPr id="9" name="Picture 8" descr="image.jpg"/>
          <p:cNvPicPr>
            <a:picLocks noChangeAspect="1"/>
          </p:cNvPicPr>
          <p:nvPr/>
        </p:nvPicPr>
        <p:blipFill rotWithShape="1">
          <a:blip r:embed="rId2"/>
          <a:srcRect l="3761" t="4373" b="20314"/>
          <a:stretch/>
        </p:blipFill>
        <p:spPr>
          <a:xfrm>
            <a:off x="533400" y="1805464"/>
            <a:ext cx="8305800" cy="3429000"/>
          </a:xfrm>
          <a:prstGeom prst="rect">
            <a:avLst/>
          </a:prstGeom>
        </p:spPr>
      </p:pic>
    </p:spTree>
    <p:extLst>
      <p:ext uri="{BB962C8B-B14F-4D97-AF65-F5344CB8AC3E}">
        <p14:creationId xmlns:p14="http://schemas.microsoft.com/office/powerpoint/2010/main" val="1488406486"/>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50</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US" sz="2400" b="1" dirty="0" smtClean="0">
                <a:solidFill>
                  <a:srgbClr val="121214"/>
                </a:solidFill>
              </a:rPr>
              <a:t>Cassandra : Data Model</a:t>
            </a:r>
          </a:p>
        </p:txBody>
      </p:sp>
      <p:sp>
        <p:nvSpPr>
          <p:cNvPr id="8" name="Rectangle 7"/>
          <p:cNvSpPr/>
          <p:nvPr/>
        </p:nvSpPr>
        <p:spPr>
          <a:xfrm>
            <a:off x="203578" y="1066800"/>
            <a:ext cx="8864221" cy="147732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u="sng" dirty="0" smtClean="0">
                <a:solidFill>
                  <a:srgbClr val="FF0000"/>
                </a:solidFill>
              </a:rPr>
              <a:t>Composite Key:</a:t>
            </a:r>
          </a:p>
          <a:p>
            <a:pPr marL="342900" indent="-342900" algn="just">
              <a:lnSpc>
                <a:spcPct val="150000"/>
              </a:lnSpc>
              <a:buFont typeface="Arial" panose="020B0604020202020204" pitchFamily="34" charset="0"/>
              <a:buChar char="•"/>
            </a:pPr>
            <a:endParaRPr lang="en-GB" sz="2000" b="1" u="sng" dirty="0" smtClean="0">
              <a:solidFill>
                <a:srgbClr val="FF0000"/>
              </a:solidFill>
            </a:endParaRPr>
          </a:p>
          <a:p>
            <a:pPr marL="342900" indent="-342900" algn="just">
              <a:lnSpc>
                <a:spcPct val="150000"/>
              </a:lnSpc>
              <a:buFont typeface="Arial" panose="020B0604020202020204" pitchFamily="34" charset="0"/>
              <a:buChar char="•"/>
            </a:pPr>
            <a:endParaRPr lang="en-US" sz="2000" b="1" dirty="0"/>
          </a:p>
        </p:txBody>
      </p:sp>
      <p:pic>
        <p:nvPicPr>
          <p:cNvPr id="6" name="Picture 5"/>
          <p:cNvPicPr>
            <a:picLocks noChangeAspect="1"/>
          </p:cNvPicPr>
          <p:nvPr/>
        </p:nvPicPr>
        <p:blipFill rotWithShape="1">
          <a:blip r:embed="rId2"/>
          <a:srcRect l="4869" t="3150" r="4869" b="19882"/>
          <a:stretch/>
        </p:blipFill>
        <p:spPr>
          <a:xfrm>
            <a:off x="533400" y="1847618"/>
            <a:ext cx="7772400" cy="3505200"/>
          </a:xfrm>
          <a:prstGeom prst="rect">
            <a:avLst/>
          </a:prstGeom>
        </p:spPr>
      </p:pic>
    </p:spTree>
    <p:extLst>
      <p:ext uri="{BB962C8B-B14F-4D97-AF65-F5344CB8AC3E}">
        <p14:creationId xmlns:p14="http://schemas.microsoft.com/office/powerpoint/2010/main" val="337061300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51</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US" sz="2400" b="1" dirty="0" smtClean="0">
                <a:solidFill>
                  <a:srgbClr val="121214"/>
                </a:solidFill>
              </a:rPr>
              <a:t>MongoDB Operations</a:t>
            </a:r>
          </a:p>
        </p:txBody>
      </p:sp>
      <p:sp>
        <p:nvSpPr>
          <p:cNvPr id="8" name="Rectangle 7"/>
          <p:cNvSpPr/>
          <p:nvPr/>
        </p:nvSpPr>
        <p:spPr>
          <a:xfrm>
            <a:off x="203578" y="1066800"/>
            <a:ext cx="8864221" cy="1938992"/>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FF0000"/>
                </a:solidFill>
              </a:rPr>
              <a:t>CRUD: Create Read Update Delete</a:t>
            </a:r>
            <a:endParaRPr lang="en-GB" sz="2000" b="1" dirty="0" smtClean="0"/>
          </a:p>
          <a:p>
            <a:pPr algn="just">
              <a:lnSpc>
                <a:spcPct val="150000"/>
              </a:lnSpc>
            </a:pPr>
            <a:endParaRPr lang="en-GB" sz="2000" b="1" dirty="0" smtClean="0"/>
          </a:p>
          <a:p>
            <a:pPr algn="just">
              <a:lnSpc>
                <a:spcPct val="150000"/>
              </a:lnSpc>
            </a:pPr>
            <a:endParaRPr lang="en-GB" sz="2000" b="1" dirty="0">
              <a:solidFill>
                <a:srgbClr val="FF0000"/>
              </a:solidFill>
            </a:endParaRPr>
          </a:p>
          <a:p>
            <a:pPr marL="342900" indent="-342900" algn="just">
              <a:lnSpc>
                <a:spcPct val="150000"/>
              </a:lnSpc>
              <a:buFont typeface="Arial" panose="020B0604020202020204" pitchFamily="34" charset="0"/>
              <a:buChar char="•"/>
            </a:pPr>
            <a:endParaRPr lang="en-US" sz="2000" b="1" dirty="0"/>
          </a:p>
        </p:txBody>
      </p:sp>
      <p:pic>
        <p:nvPicPr>
          <p:cNvPr id="6" name="Picture 5"/>
          <p:cNvPicPr>
            <a:picLocks noChangeAspect="1"/>
          </p:cNvPicPr>
          <p:nvPr/>
        </p:nvPicPr>
        <p:blipFill rotWithShape="1">
          <a:blip r:embed="rId2"/>
          <a:srcRect l="6123" t="48327" r="7375"/>
          <a:stretch/>
        </p:blipFill>
        <p:spPr>
          <a:xfrm>
            <a:off x="495299" y="1600200"/>
            <a:ext cx="8342313" cy="3733800"/>
          </a:xfrm>
          <a:prstGeom prst="rect">
            <a:avLst/>
          </a:prstGeom>
        </p:spPr>
      </p:pic>
    </p:spTree>
    <p:extLst>
      <p:ext uri="{BB962C8B-B14F-4D97-AF65-F5344CB8AC3E}">
        <p14:creationId xmlns:p14="http://schemas.microsoft.com/office/powerpoint/2010/main" val="3985665596"/>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52</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US" sz="2400" b="1" dirty="0" smtClean="0">
                <a:solidFill>
                  <a:srgbClr val="121214"/>
                </a:solidFill>
              </a:rPr>
              <a:t>MongoDB Transactions</a:t>
            </a:r>
          </a:p>
        </p:txBody>
      </p:sp>
      <p:sp>
        <p:nvSpPr>
          <p:cNvPr id="8" name="Rectangle 7"/>
          <p:cNvSpPr/>
          <p:nvPr/>
        </p:nvSpPr>
        <p:spPr>
          <a:xfrm>
            <a:off x="203578" y="1066800"/>
            <a:ext cx="8864221" cy="1938992"/>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FF0000"/>
                </a:solidFill>
              </a:rPr>
              <a:t>CRUD: Create Read Update Delete</a:t>
            </a:r>
            <a:endParaRPr lang="en-GB" sz="2000" b="1" dirty="0" smtClean="0"/>
          </a:p>
          <a:p>
            <a:pPr algn="just">
              <a:lnSpc>
                <a:spcPct val="150000"/>
              </a:lnSpc>
            </a:pPr>
            <a:endParaRPr lang="en-GB" sz="2000" b="1" dirty="0" smtClean="0"/>
          </a:p>
          <a:p>
            <a:pPr algn="just">
              <a:lnSpc>
                <a:spcPct val="150000"/>
              </a:lnSpc>
            </a:pPr>
            <a:endParaRPr lang="en-GB" sz="2000" b="1" dirty="0">
              <a:solidFill>
                <a:srgbClr val="FF0000"/>
              </a:solidFill>
            </a:endParaRPr>
          </a:p>
          <a:p>
            <a:pPr marL="342900" indent="-342900" algn="just">
              <a:lnSpc>
                <a:spcPct val="150000"/>
              </a:lnSpc>
              <a:buFont typeface="Arial" panose="020B0604020202020204" pitchFamily="34" charset="0"/>
              <a:buChar char="•"/>
            </a:pPr>
            <a:endParaRPr lang="en-US" sz="2000" b="1" dirty="0"/>
          </a:p>
        </p:txBody>
      </p:sp>
      <p:pic>
        <p:nvPicPr>
          <p:cNvPr id="7" name="Picture 6"/>
          <p:cNvPicPr>
            <a:picLocks noChangeAspect="1"/>
          </p:cNvPicPr>
          <p:nvPr/>
        </p:nvPicPr>
        <p:blipFill rotWithShape="1">
          <a:blip r:embed="rId2"/>
          <a:srcRect l="3615" t="3151" r="8629" b="4824"/>
          <a:stretch/>
        </p:blipFill>
        <p:spPr>
          <a:xfrm>
            <a:off x="457199" y="1504717"/>
            <a:ext cx="8382001" cy="4191001"/>
          </a:xfrm>
          <a:prstGeom prst="rect">
            <a:avLst/>
          </a:prstGeom>
        </p:spPr>
      </p:pic>
    </p:spTree>
    <p:extLst>
      <p:ext uri="{BB962C8B-B14F-4D97-AF65-F5344CB8AC3E}">
        <p14:creationId xmlns:p14="http://schemas.microsoft.com/office/powerpoint/2010/main" val="2369036141"/>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53</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US" sz="2400" b="1" smtClean="0">
                <a:solidFill>
                  <a:srgbClr val="121214"/>
                </a:solidFill>
              </a:rPr>
              <a:t>MongoDB Transactions</a:t>
            </a:r>
            <a:endParaRPr lang="en-US" sz="2400" b="1" dirty="0" smtClean="0">
              <a:solidFill>
                <a:srgbClr val="121214"/>
              </a:solidFill>
            </a:endParaRPr>
          </a:p>
        </p:txBody>
      </p:sp>
      <p:sp>
        <p:nvSpPr>
          <p:cNvPr id="8" name="Rectangle 7"/>
          <p:cNvSpPr/>
          <p:nvPr/>
        </p:nvSpPr>
        <p:spPr>
          <a:xfrm>
            <a:off x="203578" y="1066800"/>
            <a:ext cx="8864221" cy="1938992"/>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FF0000"/>
                </a:solidFill>
              </a:rPr>
              <a:t>CRUD: Create Read Update Delete</a:t>
            </a:r>
            <a:endParaRPr lang="en-GB" sz="2000" b="1" dirty="0" smtClean="0"/>
          </a:p>
          <a:p>
            <a:pPr algn="just">
              <a:lnSpc>
                <a:spcPct val="150000"/>
              </a:lnSpc>
            </a:pPr>
            <a:endParaRPr lang="en-GB" sz="2000" b="1" dirty="0" smtClean="0"/>
          </a:p>
          <a:p>
            <a:pPr algn="just">
              <a:lnSpc>
                <a:spcPct val="150000"/>
              </a:lnSpc>
            </a:pPr>
            <a:endParaRPr lang="en-GB" sz="2000" b="1" dirty="0">
              <a:solidFill>
                <a:srgbClr val="FF0000"/>
              </a:solidFill>
            </a:endParaRPr>
          </a:p>
          <a:p>
            <a:pPr marL="342900" indent="-342900" algn="just">
              <a:lnSpc>
                <a:spcPct val="150000"/>
              </a:lnSpc>
              <a:buFont typeface="Arial" panose="020B0604020202020204" pitchFamily="34" charset="0"/>
              <a:buChar char="•"/>
            </a:pPr>
            <a:endParaRPr lang="en-US" sz="2000" b="1" dirty="0"/>
          </a:p>
        </p:txBody>
      </p:sp>
      <p:pic>
        <p:nvPicPr>
          <p:cNvPr id="6" name="Picture 5"/>
          <p:cNvPicPr>
            <a:picLocks noChangeAspect="1"/>
          </p:cNvPicPr>
          <p:nvPr/>
        </p:nvPicPr>
        <p:blipFill rotWithShape="1">
          <a:blip r:embed="rId2"/>
          <a:srcRect r="8629" b="50000"/>
          <a:stretch/>
        </p:blipFill>
        <p:spPr>
          <a:xfrm>
            <a:off x="178558" y="1676400"/>
            <a:ext cx="8508241" cy="3886200"/>
          </a:xfrm>
          <a:prstGeom prst="rect">
            <a:avLst/>
          </a:prstGeom>
        </p:spPr>
      </p:pic>
    </p:spTree>
    <p:extLst>
      <p:ext uri="{BB962C8B-B14F-4D97-AF65-F5344CB8AC3E}">
        <p14:creationId xmlns:p14="http://schemas.microsoft.com/office/powerpoint/2010/main" val="1944529273"/>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pPr/>
              <a:t>54</a:t>
            </a:fld>
            <a:endParaRPr lang="en-US"/>
          </a:p>
        </p:txBody>
      </p:sp>
      <p:pic>
        <p:nvPicPr>
          <p:cNvPr id="17410" name="Picture 2" descr="Clustering of graphs and search of assemblages"/>
          <p:cNvPicPr>
            <a:picLocks noChangeAspect="1" noChangeArrowheads="1"/>
          </p:cNvPicPr>
          <p:nvPr/>
        </p:nvPicPr>
        <p:blipFill rotWithShape="1">
          <a:blip r:embed="rId2">
            <a:extLst>
              <a:ext uri="{28A0092B-C50C-407E-A947-70E740481C1C}">
                <a14:useLocalDpi xmlns:a14="http://schemas.microsoft.com/office/drawing/2010/main" val="0"/>
              </a:ext>
            </a:extLst>
          </a:blip>
          <a:srcRect t="6666" b="17778"/>
          <a:stretch/>
        </p:blipFill>
        <p:spPr bwMode="auto">
          <a:xfrm>
            <a:off x="-1" y="457200"/>
            <a:ext cx="9134477" cy="5181600"/>
          </a:xfrm>
          <a:prstGeom prst="rect">
            <a:avLst/>
          </a:prstGeom>
          <a:extLst>
            <a:ext uri="{909E8E84-426E-40DD-AFC4-6F175D3DCCD1}">
              <a14:hiddenFill xmlns:a14="http://schemas.microsoft.com/office/drawing/2010/main">
                <a:solidFill>
                  <a:srgbClr val="FFFFFF"/>
                </a:solidFill>
              </a14:hiddenFill>
            </a:ext>
          </a:extLst>
        </p:spPr>
      </p:pic>
      <p:sp>
        <p:nvSpPr>
          <p:cNvPr id="2" name="Footer Placeholder 1">
            <a:extLst>
              <a:ext uri="{FF2B5EF4-FFF2-40B4-BE49-F238E27FC236}">
                <a16:creationId xmlns:a16="http://schemas.microsoft.com/office/drawing/2014/main" id="{06D4F69F-5146-49E3-921C-42C19CDF0728}"/>
              </a:ext>
            </a:extLst>
          </p:cNvPr>
          <p:cNvSpPr>
            <a:spLocks noGrp="1"/>
          </p:cNvSpPr>
          <p:nvPr>
            <p:ph type="ftr" sz="quarter" idx="11"/>
          </p:nvPr>
        </p:nvSpPr>
        <p:spPr/>
        <p:txBody>
          <a:bodyPr/>
          <a:lstStyle/>
          <a:p>
            <a:r>
              <a:rPr lang="en-US" dirty="0"/>
              <a:t>CSE3513 NoSQL Data Management</a:t>
            </a:r>
            <a:endParaRPr lang="en-US" dirty="0"/>
          </a:p>
        </p:txBody>
      </p:sp>
    </p:spTree>
    <p:extLst>
      <p:ext uri="{BB962C8B-B14F-4D97-AF65-F5344CB8AC3E}">
        <p14:creationId xmlns:p14="http://schemas.microsoft.com/office/powerpoint/2010/main" val="1639119821"/>
      </p:ext>
    </p:extLst>
  </p:cSld>
  <p:clrMapOvr>
    <a:masterClrMapping/>
  </p:clrMapOvr>
</p:sld>
</file>

<file path=ppt/theme/theme1.xml><?xml version="1.0" encoding="utf-8"?>
<a:theme xmlns:a="http://schemas.openxmlformats.org/drawingml/2006/main" name="Thiru_Regular">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2">
      <a:majorFont>
        <a:latin typeface="Calibri"/>
        <a:ea typeface=""/>
        <a:cs typeface=""/>
        <a:font script="Jpan" typeface="HGｺﾞｼｯｸM"/>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Cambria"/>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iru_Regular" id="{8307898E-903F-4964-A0DF-A6DCECB060AB}" vid="{55A8074A-D5AE-4568-A496-E28AC65B10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3521F96F3AB4447BF70CD291954DCCD" ma:contentTypeVersion="4" ma:contentTypeDescription="Create a new document." ma:contentTypeScope="" ma:versionID="57b393154cb48289f8d26b82b4885a54">
  <xsd:schema xmlns:xsd="http://www.w3.org/2001/XMLSchema" xmlns:xs="http://www.w3.org/2001/XMLSchema" xmlns:p="http://schemas.microsoft.com/office/2006/metadata/properties" xmlns:ns2="00af665b-9cc2-4010-a7f6-c2696d1560f6" targetNamespace="http://schemas.microsoft.com/office/2006/metadata/properties" ma:root="true" ma:fieldsID="46ffc877a76ae8334cca70d212d89bc9" ns2:_="">
    <xsd:import namespace="00af665b-9cc2-4010-a7f6-c2696d1560f6"/>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0af665b-9cc2-4010-a7f6-c2696d1560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DFE7C8-44AE-4CA0-BC1C-D7A115A2224E}">
  <ds:schemaRefs>
    <ds:schemaRef ds:uri="http://purl.org/dc/dcmitype/"/>
    <ds:schemaRef ds:uri="http://schemas.microsoft.com/office/2006/documentManagement/types"/>
    <ds:schemaRef ds:uri="http://purl.org/dc/terms/"/>
    <ds:schemaRef ds:uri="http://schemas.microsoft.com/office/infopath/2007/PartnerControls"/>
    <ds:schemaRef ds:uri="http://schemas.microsoft.com/office/2006/metadata/properties"/>
    <ds:schemaRef ds:uri="00af665b-9cc2-4010-a7f6-c2696d1560f6"/>
    <ds:schemaRef ds:uri="http://www.w3.org/XML/1998/namespace"/>
    <ds:schemaRef ds:uri="http://schemas.openxmlformats.org/package/2006/metadata/core-properties"/>
    <ds:schemaRef ds:uri="http://purl.org/dc/elements/1.1/"/>
  </ds:schemaRefs>
</ds:datastoreItem>
</file>

<file path=customXml/itemProps2.xml><?xml version="1.0" encoding="utf-8"?>
<ds:datastoreItem xmlns:ds="http://schemas.openxmlformats.org/officeDocument/2006/customXml" ds:itemID="{19F377BA-E110-4551-BA4B-72AF0F81731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0af665b-9cc2-4010-a7f6-c2696d1560f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0FDA373-D5CF-4F0F-A826-9892AA050C9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7441</TotalTime>
  <Words>2082</Words>
  <Application>Microsoft Office PowerPoint</Application>
  <PresentationFormat>On-screen Show (4:3)</PresentationFormat>
  <Paragraphs>389</Paragraphs>
  <Slides>54</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54</vt:i4>
      </vt:variant>
    </vt:vector>
  </HeadingPairs>
  <TitlesOfParts>
    <vt:vector size="65" baseType="lpstr">
      <vt:lpstr>Arial</vt:lpstr>
      <vt:lpstr>Bookman Old Style</vt:lpstr>
      <vt:lpstr>Calibri</vt:lpstr>
      <vt:lpstr>Cambria</vt:lpstr>
      <vt:lpstr>Constantia</vt:lpstr>
      <vt:lpstr>Gill Sans</vt:lpstr>
      <vt:lpstr>黑体</vt:lpstr>
      <vt:lpstr>Wingdings</vt:lpstr>
      <vt:lpstr>Wingdings 2</vt:lpstr>
      <vt:lpstr>ヒラギノ角ゴ ProN W3</vt:lpstr>
      <vt:lpstr>Thiru_Regular</vt:lpstr>
      <vt:lpstr>PowerPoint Presentation</vt:lpstr>
      <vt:lpstr>Module 3 : Document Data Model Hands on: Mongo DB / Casandra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creator>Thiruselvan Subramanian</dc:creator>
  <cp:lastModifiedBy>HP</cp:lastModifiedBy>
  <cp:revision>507</cp:revision>
  <dcterms:created xsi:type="dcterms:W3CDTF">2006-08-16T00:00:00Z</dcterms:created>
  <dcterms:modified xsi:type="dcterms:W3CDTF">2025-07-22T08:37:02Z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0x01010093521F96F3AB4447BF70CD291954DCCD</vt:lpwstr>
  </property>
</Properties>
</file>