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52"/>
  </p:notesMasterIdLst>
  <p:handoutMasterIdLst>
    <p:handoutMasterId r:id="rId53"/>
  </p:handoutMasterIdLst>
  <p:sldIdLst>
    <p:sldId id="256" r:id="rId5"/>
    <p:sldId id="434" r:id="rId6"/>
    <p:sldId id="655" r:id="rId7"/>
    <p:sldId id="804" r:id="rId8"/>
    <p:sldId id="805" r:id="rId9"/>
    <p:sldId id="806" r:id="rId10"/>
    <p:sldId id="807" r:id="rId11"/>
    <p:sldId id="808" r:id="rId12"/>
    <p:sldId id="809" r:id="rId13"/>
    <p:sldId id="810" r:id="rId14"/>
    <p:sldId id="811" r:id="rId15"/>
    <p:sldId id="812" r:id="rId16"/>
    <p:sldId id="844" r:id="rId17"/>
    <p:sldId id="845" r:id="rId18"/>
    <p:sldId id="816" r:id="rId19"/>
    <p:sldId id="855" r:id="rId20"/>
    <p:sldId id="856" r:id="rId21"/>
    <p:sldId id="847" r:id="rId22"/>
    <p:sldId id="819" r:id="rId23"/>
    <p:sldId id="848" r:id="rId24"/>
    <p:sldId id="820" r:id="rId25"/>
    <p:sldId id="821" r:id="rId26"/>
    <p:sldId id="849" r:id="rId27"/>
    <p:sldId id="824" r:id="rId28"/>
    <p:sldId id="825" r:id="rId29"/>
    <p:sldId id="850" r:id="rId30"/>
    <p:sldId id="826" r:id="rId31"/>
    <p:sldId id="827" r:id="rId32"/>
    <p:sldId id="851" r:id="rId33"/>
    <p:sldId id="828" r:id="rId34"/>
    <p:sldId id="853" r:id="rId35"/>
    <p:sldId id="829" r:id="rId36"/>
    <p:sldId id="854" r:id="rId37"/>
    <p:sldId id="830" r:id="rId38"/>
    <p:sldId id="831" r:id="rId39"/>
    <p:sldId id="832" r:id="rId40"/>
    <p:sldId id="833" r:id="rId41"/>
    <p:sldId id="834" r:id="rId42"/>
    <p:sldId id="836" r:id="rId43"/>
    <p:sldId id="837" r:id="rId44"/>
    <p:sldId id="838" r:id="rId45"/>
    <p:sldId id="839" r:id="rId46"/>
    <p:sldId id="840" r:id="rId47"/>
    <p:sldId id="841" r:id="rId48"/>
    <p:sldId id="842" r:id="rId49"/>
    <p:sldId id="843" r:id="rId50"/>
    <p:sldId id="300"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28" autoAdjust="0"/>
    <p:restoredTop sz="94660"/>
  </p:normalViewPr>
  <p:slideViewPr>
    <p:cSldViewPr>
      <p:cViewPr varScale="1">
        <p:scale>
          <a:sx n="80" d="100"/>
          <a:sy n="80" d="100"/>
        </p:scale>
        <p:origin x="144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1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eepak S Sakkari Assistant Professor( CSE)" userId="6d73bcb8-5d92-40b8-9132-40f6303b79fc" providerId="ADAL" clId="{6A6CE88C-C1CC-4F3A-B486-05240001B6BF}"/>
    <pc:docChg chg="undo custSel delSld modSld modMainMaster">
      <pc:chgData name="Dr. Deepak S Sakkari Assistant Professor( CSE)" userId="6d73bcb8-5d92-40b8-9132-40f6303b79fc" providerId="ADAL" clId="{6A6CE88C-C1CC-4F3A-B486-05240001B6BF}" dt="2020-08-16T18:15:17.333" v="987" actId="1038"/>
      <pc:docMkLst>
        <pc:docMk/>
      </pc:docMkLst>
      <pc:sldChg chg="modSp">
        <pc:chgData name="Dr. Deepak S Sakkari Assistant Professor( CSE)" userId="6d73bcb8-5d92-40b8-9132-40f6303b79fc" providerId="ADAL" clId="{6A6CE88C-C1CC-4F3A-B486-05240001B6BF}" dt="2020-08-16T17:23:01.850" v="61" actId="404"/>
        <pc:sldMkLst>
          <pc:docMk/>
          <pc:sldMk cId="644196155" sldId="257"/>
        </pc:sldMkLst>
        <pc:spChg chg="mod">
          <ac:chgData name="Dr. Deepak S Sakkari Assistant Professor( CSE)" userId="6d73bcb8-5d92-40b8-9132-40f6303b79fc" providerId="ADAL" clId="{6A6CE88C-C1CC-4F3A-B486-05240001B6BF}" dt="2020-08-16T17:23:01.850" v="61" actId="404"/>
          <ac:spMkLst>
            <pc:docMk/>
            <pc:sldMk cId="644196155" sldId="257"/>
            <ac:spMk id="3" creationId="{00000000-0000-0000-0000-000000000000}"/>
          </ac:spMkLst>
        </pc:spChg>
      </pc:sldChg>
      <pc:sldChg chg="modSp mod">
        <pc:chgData name="Dr. Deepak S Sakkari Assistant Professor( CSE)" userId="6d73bcb8-5d92-40b8-9132-40f6303b79fc" providerId="ADAL" clId="{6A6CE88C-C1CC-4F3A-B486-05240001B6BF}" dt="2020-08-16T17:29:27.503" v="93" actId="948"/>
        <pc:sldMkLst>
          <pc:docMk/>
          <pc:sldMk cId="799294713" sldId="258"/>
        </pc:sldMkLst>
        <pc:spChg chg="mod">
          <ac:chgData name="Dr. Deepak S Sakkari Assistant Professor( CSE)" userId="6d73bcb8-5d92-40b8-9132-40f6303b79fc" providerId="ADAL" clId="{6A6CE88C-C1CC-4F3A-B486-05240001B6BF}" dt="2020-08-16T17:29:27.503" v="93" actId="948"/>
          <ac:spMkLst>
            <pc:docMk/>
            <pc:sldMk cId="799294713" sldId="258"/>
            <ac:spMk id="3" creationId="{00000000-0000-0000-0000-000000000000}"/>
          </ac:spMkLst>
        </pc:spChg>
      </pc:sldChg>
      <pc:sldChg chg="modSp del mod">
        <pc:chgData name="Dr. Deepak S Sakkari Assistant Professor( CSE)" userId="6d73bcb8-5d92-40b8-9132-40f6303b79fc" providerId="ADAL" clId="{6A6CE88C-C1CC-4F3A-B486-05240001B6BF}" dt="2020-08-16T17:29:41.157" v="94" actId="2696"/>
        <pc:sldMkLst>
          <pc:docMk/>
          <pc:sldMk cId="2963534272" sldId="259"/>
        </pc:sldMkLst>
        <pc:spChg chg="mod">
          <ac:chgData name="Dr. Deepak S Sakkari Assistant Professor( CSE)" userId="6d73bcb8-5d92-40b8-9132-40f6303b79fc" providerId="ADAL" clId="{6A6CE88C-C1CC-4F3A-B486-05240001B6BF}" dt="2020-08-16T17:28:28.561" v="87" actId="21"/>
          <ac:spMkLst>
            <pc:docMk/>
            <pc:sldMk cId="2963534272" sldId="259"/>
            <ac:spMk id="3" creationId="{00000000-0000-0000-0000-000000000000}"/>
          </ac:spMkLst>
        </pc:spChg>
      </pc:sldChg>
      <pc:sldChg chg="modSp mod">
        <pc:chgData name="Dr. Deepak S Sakkari Assistant Professor( CSE)" userId="6d73bcb8-5d92-40b8-9132-40f6303b79fc" providerId="ADAL" clId="{6A6CE88C-C1CC-4F3A-B486-05240001B6BF}" dt="2020-08-16T17:30:03.381" v="98" actId="20577"/>
        <pc:sldMkLst>
          <pc:docMk/>
          <pc:sldMk cId="3981172752" sldId="260"/>
        </pc:sldMkLst>
        <pc:spChg chg="mod">
          <ac:chgData name="Dr. Deepak S Sakkari Assistant Professor( CSE)" userId="6d73bcb8-5d92-40b8-9132-40f6303b79fc" providerId="ADAL" clId="{6A6CE88C-C1CC-4F3A-B486-05240001B6BF}" dt="2020-08-16T17:30:03.381" v="98" actId="20577"/>
          <ac:spMkLst>
            <pc:docMk/>
            <pc:sldMk cId="3981172752" sldId="260"/>
            <ac:spMk id="3" creationId="{00000000-0000-0000-0000-000000000000}"/>
          </ac:spMkLst>
        </pc:spChg>
      </pc:sldChg>
      <pc:sldChg chg="modSp del">
        <pc:chgData name="Dr. Deepak S Sakkari Assistant Professor( CSE)" userId="6d73bcb8-5d92-40b8-9132-40f6303b79fc" providerId="ADAL" clId="{6A6CE88C-C1CC-4F3A-B486-05240001B6BF}" dt="2020-08-16T17:30:44.627" v="99" actId="2696"/>
        <pc:sldMkLst>
          <pc:docMk/>
          <pc:sldMk cId="3009021097" sldId="261"/>
        </pc:sldMkLst>
        <pc:spChg chg="mod">
          <ac:chgData name="Dr. Deepak S Sakkari Assistant Professor( CSE)" userId="6d73bcb8-5d92-40b8-9132-40f6303b79fc" providerId="ADAL" clId="{6A6CE88C-C1CC-4F3A-B486-05240001B6BF}" dt="2020-08-16T17:24:40.253" v="69" actId="404"/>
          <ac:spMkLst>
            <pc:docMk/>
            <pc:sldMk cId="3009021097" sldId="261"/>
            <ac:spMk id="3" creationId="{00000000-0000-0000-0000-000000000000}"/>
          </ac:spMkLst>
        </pc:spChg>
      </pc:sldChg>
      <pc:sldChg chg="modSp">
        <pc:chgData name="Dr. Deepak S Sakkari Assistant Professor( CSE)" userId="6d73bcb8-5d92-40b8-9132-40f6303b79fc" providerId="ADAL" clId="{6A6CE88C-C1CC-4F3A-B486-05240001B6BF}" dt="2020-08-16T17:24:56.926" v="72" actId="404"/>
        <pc:sldMkLst>
          <pc:docMk/>
          <pc:sldMk cId="1345660431" sldId="262"/>
        </pc:sldMkLst>
        <pc:spChg chg="mod">
          <ac:chgData name="Dr. Deepak S Sakkari Assistant Professor( CSE)" userId="6d73bcb8-5d92-40b8-9132-40f6303b79fc" providerId="ADAL" clId="{6A6CE88C-C1CC-4F3A-B486-05240001B6BF}" dt="2020-08-16T17:24:56.926" v="72" actId="404"/>
          <ac:spMkLst>
            <pc:docMk/>
            <pc:sldMk cId="1345660431" sldId="262"/>
            <ac:spMk id="3" creationId="{00000000-0000-0000-0000-000000000000}"/>
          </ac:spMkLst>
        </pc:spChg>
      </pc:sldChg>
      <pc:sldChg chg="modSp mod">
        <pc:chgData name="Dr. Deepak S Sakkari Assistant Professor( CSE)" userId="6d73bcb8-5d92-40b8-9132-40f6303b79fc" providerId="ADAL" clId="{6A6CE88C-C1CC-4F3A-B486-05240001B6BF}" dt="2020-08-16T17:32:48.352" v="105" actId="20577"/>
        <pc:sldMkLst>
          <pc:docMk/>
          <pc:sldMk cId="2264661524" sldId="263"/>
        </pc:sldMkLst>
        <pc:spChg chg="mod">
          <ac:chgData name="Dr. Deepak S Sakkari Assistant Professor( CSE)" userId="6d73bcb8-5d92-40b8-9132-40f6303b79fc" providerId="ADAL" clId="{6A6CE88C-C1CC-4F3A-B486-05240001B6BF}" dt="2020-08-16T17:32:48.352" v="105" actId="20577"/>
          <ac:spMkLst>
            <pc:docMk/>
            <pc:sldMk cId="2264661524" sldId="263"/>
            <ac:spMk id="3" creationId="{00000000-0000-0000-0000-000000000000}"/>
          </ac:spMkLst>
        </pc:spChg>
      </pc:sldChg>
      <pc:sldChg chg="modSp mod">
        <pc:chgData name="Dr. Deepak S Sakkari Assistant Professor( CSE)" userId="6d73bcb8-5d92-40b8-9132-40f6303b79fc" providerId="ADAL" clId="{6A6CE88C-C1CC-4F3A-B486-05240001B6BF}" dt="2020-08-16T17:33:55.233" v="118" actId="20577"/>
        <pc:sldMkLst>
          <pc:docMk/>
          <pc:sldMk cId="2700791281" sldId="264"/>
        </pc:sldMkLst>
        <pc:spChg chg="mod">
          <ac:chgData name="Dr. Deepak S Sakkari Assistant Professor( CSE)" userId="6d73bcb8-5d92-40b8-9132-40f6303b79fc" providerId="ADAL" clId="{6A6CE88C-C1CC-4F3A-B486-05240001B6BF}" dt="2020-08-16T17:33:55.233" v="118" actId="20577"/>
          <ac:spMkLst>
            <pc:docMk/>
            <pc:sldMk cId="2700791281" sldId="264"/>
            <ac:spMk id="3" creationId="{00000000-0000-0000-0000-000000000000}"/>
          </ac:spMkLst>
        </pc:spChg>
      </pc:sldChg>
      <pc:sldChg chg="modSp del">
        <pc:chgData name="Dr. Deepak S Sakkari Assistant Professor( CSE)" userId="6d73bcb8-5d92-40b8-9132-40f6303b79fc" providerId="ADAL" clId="{6A6CE88C-C1CC-4F3A-B486-05240001B6BF}" dt="2020-08-16T17:34:31.051" v="119" actId="2696"/>
        <pc:sldMkLst>
          <pc:docMk/>
          <pc:sldMk cId="656789598" sldId="265"/>
        </pc:sldMkLst>
        <pc:spChg chg="mod">
          <ac:chgData name="Dr. Deepak S Sakkari Assistant Professor( CSE)" userId="6d73bcb8-5d92-40b8-9132-40f6303b79fc" providerId="ADAL" clId="{6A6CE88C-C1CC-4F3A-B486-05240001B6BF}" dt="2020-08-16T17:33:11.076" v="108" actId="404"/>
          <ac:spMkLst>
            <pc:docMk/>
            <pc:sldMk cId="656789598" sldId="265"/>
            <ac:spMk id="3" creationId="{00000000-0000-0000-0000-000000000000}"/>
          </ac:spMkLst>
        </pc:spChg>
      </pc:sldChg>
      <pc:sldChg chg="modSp">
        <pc:chgData name="Dr. Deepak S Sakkari Assistant Professor( CSE)" userId="6d73bcb8-5d92-40b8-9132-40f6303b79fc" providerId="ADAL" clId="{6A6CE88C-C1CC-4F3A-B486-05240001B6BF}" dt="2020-08-16T17:34:51.629" v="123" actId="1076"/>
        <pc:sldMkLst>
          <pc:docMk/>
          <pc:sldMk cId="1334666043" sldId="266"/>
        </pc:sldMkLst>
        <pc:spChg chg="mod">
          <ac:chgData name="Dr. Deepak S Sakkari Assistant Professor( CSE)" userId="6d73bcb8-5d92-40b8-9132-40f6303b79fc" providerId="ADAL" clId="{6A6CE88C-C1CC-4F3A-B486-05240001B6BF}" dt="2020-08-16T17:34:45.323" v="122" actId="404"/>
          <ac:spMkLst>
            <pc:docMk/>
            <pc:sldMk cId="1334666043" sldId="266"/>
            <ac:spMk id="7" creationId="{00000000-0000-0000-0000-000000000000}"/>
          </ac:spMkLst>
        </pc:spChg>
        <pc:picChg chg="mod">
          <ac:chgData name="Dr. Deepak S Sakkari Assistant Professor( CSE)" userId="6d73bcb8-5d92-40b8-9132-40f6303b79fc" providerId="ADAL" clId="{6A6CE88C-C1CC-4F3A-B486-05240001B6BF}" dt="2020-08-16T17:34:51.629" v="123" actId="1076"/>
          <ac:picMkLst>
            <pc:docMk/>
            <pc:sldMk cId="1334666043" sldId="266"/>
            <ac:picMk id="1025" creationId="{00000000-0000-0000-0000-000000000000}"/>
          </ac:picMkLst>
        </pc:picChg>
      </pc:sldChg>
      <pc:sldChg chg="modSp mod">
        <pc:chgData name="Dr. Deepak S Sakkari Assistant Professor( CSE)" userId="6d73bcb8-5d92-40b8-9132-40f6303b79fc" providerId="ADAL" clId="{6A6CE88C-C1CC-4F3A-B486-05240001B6BF}" dt="2020-08-16T17:41:22.280" v="339" actId="1076"/>
        <pc:sldMkLst>
          <pc:docMk/>
          <pc:sldMk cId="3898763255" sldId="267"/>
        </pc:sldMkLst>
        <pc:graphicFrameChg chg="mod modGraphic">
          <ac:chgData name="Dr. Deepak S Sakkari Assistant Professor( CSE)" userId="6d73bcb8-5d92-40b8-9132-40f6303b79fc" providerId="ADAL" clId="{6A6CE88C-C1CC-4F3A-B486-05240001B6BF}" dt="2020-08-16T17:41:22.280" v="339" actId="1076"/>
          <ac:graphicFrameMkLst>
            <pc:docMk/>
            <pc:sldMk cId="3898763255" sldId="267"/>
            <ac:graphicFrameMk id="5" creationId="{00000000-0000-0000-0000-000000000000}"/>
          </ac:graphicFrameMkLst>
        </pc:graphicFrameChg>
      </pc:sldChg>
      <pc:sldChg chg="modSp">
        <pc:chgData name="Dr. Deepak S Sakkari Assistant Professor( CSE)" userId="6d73bcb8-5d92-40b8-9132-40f6303b79fc" providerId="ADAL" clId="{6A6CE88C-C1CC-4F3A-B486-05240001B6BF}" dt="2020-08-16T17:41:32.429" v="342" actId="404"/>
        <pc:sldMkLst>
          <pc:docMk/>
          <pc:sldMk cId="201611570" sldId="268"/>
        </pc:sldMkLst>
        <pc:spChg chg="mod">
          <ac:chgData name="Dr. Deepak S Sakkari Assistant Professor( CSE)" userId="6d73bcb8-5d92-40b8-9132-40f6303b79fc" providerId="ADAL" clId="{6A6CE88C-C1CC-4F3A-B486-05240001B6BF}" dt="2020-08-16T17:41:32.429" v="342" actId="404"/>
          <ac:spMkLst>
            <pc:docMk/>
            <pc:sldMk cId="201611570" sldId="268"/>
            <ac:spMk id="3" creationId="{00000000-0000-0000-0000-000000000000}"/>
          </ac:spMkLst>
        </pc:spChg>
      </pc:sldChg>
      <pc:sldChg chg="modSp">
        <pc:chgData name="Dr. Deepak S Sakkari Assistant Professor( CSE)" userId="6d73bcb8-5d92-40b8-9132-40f6303b79fc" providerId="ADAL" clId="{6A6CE88C-C1CC-4F3A-B486-05240001B6BF}" dt="2020-08-16T17:41:50.936" v="345" actId="404"/>
        <pc:sldMkLst>
          <pc:docMk/>
          <pc:sldMk cId="3824667293" sldId="269"/>
        </pc:sldMkLst>
        <pc:spChg chg="mod">
          <ac:chgData name="Dr. Deepak S Sakkari Assistant Professor( CSE)" userId="6d73bcb8-5d92-40b8-9132-40f6303b79fc" providerId="ADAL" clId="{6A6CE88C-C1CC-4F3A-B486-05240001B6BF}" dt="2020-08-16T17:41:50.936" v="345" actId="404"/>
          <ac:spMkLst>
            <pc:docMk/>
            <pc:sldMk cId="3824667293" sldId="269"/>
            <ac:spMk id="3" creationId="{00000000-0000-0000-0000-000000000000}"/>
          </ac:spMkLst>
        </pc:spChg>
      </pc:sldChg>
      <pc:sldChg chg="modSp">
        <pc:chgData name="Dr. Deepak S Sakkari Assistant Professor( CSE)" userId="6d73bcb8-5d92-40b8-9132-40f6303b79fc" providerId="ADAL" clId="{6A6CE88C-C1CC-4F3A-B486-05240001B6BF}" dt="2020-08-16T18:15:17.333" v="987" actId="1038"/>
        <pc:sldMkLst>
          <pc:docMk/>
          <pc:sldMk cId="2570284336" sldId="270"/>
        </pc:sldMkLst>
        <pc:spChg chg="mod">
          <ac:chgData name="Dr. Deepak S Sakkari Assistant Professor( CSE)" userId="6d73bcb8-5d92-40b8-9132-40f6303b79fc" providerId="ADAL" clId="{6A6CE88C-C1CC-4F3A-B486-05240001B6BF}" dt="2020-08-16T17:42:42.286" v="352"/>
          <ac:spMkLst>
            <pc:docMk/>
            <pc:sldMk cId="2570284336" sldId="270"/>
            <ac:spMk id="2" creationId="{00000000-0000-0000-0000-000000000000}"/>
          </ac:spMkLst>
        </pc:spChg>
        <pc:picChg chg="mod">
          <ac:chgData name="Dr. Deepak S Sakkari Assistant Professor( CSE)" userId="6d73bcb8-5d92-40b8-9132-40f6303b79fc" providerId="ADAL" clId="{6A6CE88C-C1CC-4F3A-B486-05240001B6BF}" dt="2020-08-16T18:15:17.333" v="987" actId="1038"/>
          <ac:picMkLst>
            <pc:docMk/>
            <pc:sldMk cId="2570284336" sldId="270"/>
            <ac:picMk id="9" creationId="{00000000-0000-0000-0000-000000000000}"/>
          </ac:picMkLst>
        </pc:picChg>
      </pc:sldChg>
      <pc:sldChg chg="modSp">
        <pc:chgData name="Dr. Deepak S Sakkari Assistant Professor( CSE)" userId="6d73bcb8-5d92-40b8-9132-40f6303b79fc" providerId="ADAL" clId="{6A6CE88C-C1CC-4F3A-B486-05240001B6BF}" dt="2020-08-16T17:44:40.982" v="376" actId="255"/>
        <pc:sldMkLst>
          <pc:docMk/>
          <pc:sldMk cId="564986561" sldId="271"/>
        </pc:sldMkLst>
        <pc:spChg chg="mod">
          <ac:chgData name="Dr. Deepak S Sakkari Assistant Professor( CSE)" userId="6d73bcb8-5d92-40b8-9132-40f6303b79fc" providerId="ADAL" clId="{6A6CE88C-C1CC-4F3A-B486-05240001B6BF}" dt="2020-08-16T17:44:40.982" v="376" actId="255"/>
          <ac:spMkLst>
            <pc:docMk/>
            <pc:sldMk cId="564986561" sldId="271"/>
            <ac:spMk id="3" creationId="{00000000-0000-0000-0000-000000000000}"/>
          </ac:spMkLst>
        </pc:spChg>
      </pc:sldChg>
      <pc:sldChg chg="modSp">
        <pc:chgData name="Dr. Deepak S Sakkari Assistant Professor( CSE)" userId="6d73bcb8-5d92-40b8-9132-40f6303b79fc" providerId="ADAL" clId="{6A6CE88C-C1CC-4F3A-B486-05240001B6BF}" dt="2020-08-16T17:42:04.443" v="348" actId="404"/>
        <pc:sldMkLst>
          <pc:docMk/>
          <pc:sldMk cId="1620829824" sldId="272"/>
        </pc:sldMkLst>
        <pc:spChg chg="mod">
          <ac:chgData name="Dr. Deepak S Sakkari Assistant Professor( CSE)" userId="6d73bcb8-5d92-40b8-9132-40f6303b79fc" providerId="ADAL" clId="{6A6CE88C-C1CC-4F3A-B486-05240001B6BF}" dt="2020-08-16T17:42:04.443" v="348" actId="404"/>
          <ac:spMkLst>
            <pc:docMk/>
            <pc:sldMk cId="1620829824" sldId="272"/>
            <ac:spMk id="3" creationId="{00000000-0000-0000-0000-000000000000}"/>
          </ac:spMkLst>
        </pc:spChg>
      </pc:sldChg>
      <pc:sldChg chg="modSp">
        <pc:chgData name="Dr. Deepak S Sakkari Assistant Professor( CSE)" userId="6d73bcb8-5d92-40b8-9132-40f6303b79fc" providerId="ADAL" clId="{6A6CE88C-C1CC-4F3A-B486-05240001B6BF}" dt="2020-08-16T17:43:54.672" v="373" actId="1036"/>
        <pc:sldMkLst>
          <pc:docMk/>
          <pc:sldMk cId="1806056552" sldId="273"/>
        </pc:sldMkLst>
        <pc:spChg chg="mod">
          <ac:chgData name="Dr. Deepak S Sakkari Assistant Professor( CSE)" userId="6d73bcb8-5d92-40b8-9132-40f6303b79fc" providerId="ADAL" clId="{6A6CE88C-C1CC-4F3A-B486-05240001B6BF}" dt="2020-08-16T17:43:54.672" v="373" actId="1036"/>
          <ac:spMkLst>
            <pc:docMk/>
            <pc:sldMk cId="1806056552" sldId="273"/>
            <ac:spMk id="3" creationId="{00000000-0000-0000-0000-000000000000}"/>
          </ac:spMkLst>
        </pc:spChg>
      </pc:sldChg>
      <pc:sldChg chg="modSp">
        <pc:chgData name="Dr. Deepak S Sakkari Assistant Professor( CSE)" userId="6d73bcb8-5d92-40b8-9132-40f6303b79fc" providerId="ADAL" clId="{6A6CE88C-C1CC-4F3A-B486-05240001B6BF}" dt="2020-08-16T17:43:06.513" v="365" actId="1035"/>
        <pc:sldMkLst>
          <pc:docMk/>
          <pc:sldMk cId="3262299342" sldId="274"/>
        </pc:sldMkLst>
        <pc:spChg chg="mod">
          <ac:chgData name="Dr. Deepak S Sakkari Assistant Professor( CSE)" userId="6d73bcb8-5d92-40b8-9132-40f6303b79fc" providerId="ADAL" clId="{6A6CE88C-C1CC-4F3A-B486-05240001B6BF}" dt="2020-08-16T17:43:06.513" v="365" actId="1035"/>
          <ac:spMkLst>
            <pc:docMk/>
            <pc:sldMk cId="3262299342" sldId="274"/>
            <ac:spMk id="3" creationId="{00000000-0000-0000-0000-000000000000}"/>
          </ac:spMkLst>
        </pc:spChg>
      </pc:sldChg>
      <pc:sldChg chg="del">
        <pc:chgData name="Dr. Deepak S Sakkari Assistant Professor( CSE)" userId="6d73bcb8-5d92-40b8-9132-40f6303b79fc" providerId="ADAL" clId="{6A6CE88C-C1CC-4F3A-B486-05240001B6BF}" dt="2020-08-16T17:43:28.398" v="366" actId="2696"/>
        <pc:sldMkLst>
          <pc:docMk/>
          <pc:sldMk cId="719903367" sldId="275"/>
        </pc:sldMkLst>
      </pc:sldChg>
      <pc:sldChg chg="modSp">
        <pc:chgData name="Dr. Deepak S Sakkari Assistant Professor( CSE)" userId="6d73bcb8-5d92-40b8-9132-40f6303b79fc" providerId="ADAL" clId="{6A6CE88C-C1CC-4F3A-B486-05240001B6BF}" dt="2020-08-16T17:44:51.369" v="378" actId="404"/>
        <pc:sldMkLst>
          <pc:docMk/>
          <pc:sldMk cId="1089540773" sldId="276"/>
        </pc:sldMkLst>
        <pc:spChg chg="mod">
          <ac:chgData name="Dr. Deepak S Sakkari Assistant Professor( CSE)" userId="6d73bcb8-5d92-40b8-9132-40f6303b79fc" providerId="ADAL" clId="{6A6CE88C-C1CC-4F3A-B486-05240001B6BF}" dt="2020-08-16T17:44:51.369" v="378" actId="404"/>
          <ac:spMkLst>
            <pc:docMk/>
            <pc:sldMk cId="1089540773" sldId="276"/>
            <ac:spMk id="3" creationId="{00000000-0000-0000-0000-000000000000}"/>
          </ac:spMkLst>
        </pc:spChg>
      </pc:sldChg>
      <pc:sldChg chg="modSp">
        <pc:chgData name="Dr. Deepak S Sakkari Assistant Professor( CSE)" userId="6d73bcb8-5d92-40b8-9132-40f6303b79fc" providerId="ADAL" clId="{6A6CE88C-C1CC-4F3A-B486-05240001B6BF}" dt="2020-08-16T17:45:07.183" v="381" actId="404"/>
        <pc:sldMkLst>
          <pc:docMk/>
          <pc:sldMk cId="2289095124" sldId="277"/>
        </pc:sldMkLst>
        <pc:spChg chg="mod">
          <ac:chgData name="Dr. Deepak S Sakkari Assistant Professor( CSE)" userId="6d73bcb8-5d92-40b8-9132-40f6303b79fc" providerId="ADAL" clId="{6A6CE88C-C1CC-4F3A-B486-05240001B6BF}" dt="2020-08-16T17:45:07.183" v="381" actId="404"/>
          <ac:spMkLst>
            <pc:docMk/>
            <pc:sldMk cId="2289095124" sldId="277"/>
            <ac:spMk id="3" creationId="{00000000-0000-0000-0000-000000000000}"/>
          </ac:spMkLst>
        </pc:spChg>
      </pc:sldChg>
      <pc:sldChg chg="modSp">
        <pc:chgData name="Dr. Deepak S Sakkari Assistant Professor( CSE)" userId="6d73bcb8-5d92-40b8-9132-40f6303b79fc" providerId="ADAL" clId="{6A6CE88C-C1CC-4F3A-B486-05240001B6BF}" dt="2020-08-16T17:45:42.725" v="502" actId="1076"/>
        <pc:sldMkLst>
          <pc:docMk/>
          <pc:sldMk cId="627609005" sldId="278"/>
        </pc:sldMkLst>
        <pc:picChg chg="mod">
          <ac:chgData name="Dr. Deepak S Sakkari Assistant Professor( CSE)" userId="6d73bcb8-5d92-40b8-9132-40f6303b79fc" providerId="ADAL" clId="{6A6CE88C-C1CC-4F3A-B486-05240001B6BF}" dt="2020-08-16T17:45:42.725" v="502" actId="1076"/>
          <ac:picMkLst>
            <pc:docMk/>
            <pc:sldMk cId="627609005" sldId="278"/>
            <ac:picMk id="2053" creationId="{00000000-0000-0000-0000-000000000000}"/>
          </ac:picMkLst>
        </pc:picChg>
      </pc:sldChg>
      <pc:sldChg chg="modSp mod">
        <pc:chgData name="Dr. Deepak S Sakkari Assistant Professor( CSE)" userId="6d73bcb8-5d92-40b8-9132-40f6303b79fc" providerId="ADAL" clId="{6A6CE88C-C1CC-4F3A-B486-05240001B6BF}" dt="2020-08-16T17:46:51.247" v="511" actId="20577"/>
        <pc:sldMkLst>
          <pc:docMk/>
          <pc:sldMk cId="3001868645" sldId="279"/>
        </pc:sldMkLst>
        <pc:spChg chg="mod">
          <ac:chgData name="Dr. Deepak S Sakkari Assistant Professor( CSE)" userId="6d73bcb8-5d92-40b8-9132-40f6303b79fc" providerId="ADAL" clId="{6A6CE88C-C1CC-4F3A-B486-05240001B6BF}" dt="2020-08-16T17:46:51.247" v="511" actId="20577"/>
          <ac:spMkLst>
            <pc:docMk/>
            <pc:sldMk cId="3001868645" sldId="279"/>
            <ac:spMk id="5" creationId="{00000000-0000-0000-0000-000000000000}"/>
          </ac:spMkLst>
        </pc:spChg>
        <pc:picChg chg="mod">
          <ac:chgData name="Dr. Deepak S Sakkari Assistant Professor( CSE)" userId="6d73bcb8-5d92-40b8-9132-40f6303b79fc" providerId="ADAL" clId="{6A6CE88C-C1CC-4F3A-B486-05240001B6BF}" dt="2020-08-16T17:46:47.816" v="510" actId="1076"/>
          <ac:picMkLst>
            <pc:docMk/>
            <pc:sldMk cId="3001868645" sldId="279"/>
            <ac:picMk id="3075" creationId="{00000000-0000-0000-0000-000000000000}"/>
          </ac:picMkLst>
        </pc:picChg>
      </pc:sldChg>
      <pc:sldChg chg="modSp mod">
        <pc:chgData name="Dr. Deepak S Sakkari Assistant Professor( CSE)" userId="6d73bcb8-5d92-40b8-9132-40f6303b79fc" providerId="ADAL" clId="{6A6CE88C-C1CC-4F3A-B486-05240001B6BF}" dt="2020-08-16T17:49:31.679" v="532" actId="1037"/>
        <pc:sldMkLst>
          <pc:docMk/>
          <pc:sldMk cId="3359797835" sldId="280"/>
        </pc:sldMkLst>
        <pc:spChg chg="mod">
          <ac:chgData name="Dr. Deepak S Sakkari Assistant Professor( CSE)" userId="6d73bcb8-5d92-40b8-9132-40f6303b79fc" providerId="ADAL" clId="{6A6CE88C-C1CC-4F3A-B486-05240001B6BF}" dt="2020-08-16T17:49:21.636" v="529" actId="948"/>
          <ac:spMkLst>
            <pc:docMk/>
            <pc:sldMk cId="3359797835" sldId="280"/>
            <ac:spMk id="5" creationId="{00000000-0000-0000-0000-000000000000}"/>
          </ac:spMkLst>
        </pc:spChg>
        <pc:picChg chg="mod">
          <ac:chgData name="Dr. Deepak S Sakkari Assistant Professor( CSE)" userId="6d73bcb8-5d92-40b8-9132-40f6303b79fc" providerId="ADAL" clId="{6A6CE88C-C1CC-4F3A-B486-05240001B6BF}" dt="2020-08-16T17:49:31.679" v="532" actId="1037"/>
          <ac:picMkLst>
            <pc:docMk/>
            <pc:sldMk cId="3359797835" sldId="280"/>
            <ac:picMk id="4099" creationId="{00000000-0000-0000-0000-000000000000}"/>
          </ac:picMkLst>
        </pc:picChg>
      </pc:sldChg>
      <pc:sldChg chg="modSp mod">
        <pc:chgData name="Dr. Deepak S Sakkari Assistant Professor( CSE)" userId="6d73bcb8-5d92-40b8-9132-40f6303b79fc" providerId="ADAL" clId="{6A6CE88C-C1CC-4F3A-B486-05240001B6BF}" dt="2020-08-16T17:50:36.290" v="541" actId="1076"/>
        <pc:sldMkLst>
          <pc:docMk/>
          <pc:sldMk cId="3154839297" sldId="281"/>
        </pc:sldMkLst>
        <pc:spChg chg="mod">
          <ac:chgData name="Dr. Deepak S Sakkari Assistant Professor( CSE)" userId="6d73bcb8-5d92-40b8-9132-40f6303b79fc" providerId="ADAL" clId="{6A6CE88C-C1CC-4F3A-B486-05240001B6BF}" dt="2020-08-16T17:50:31.162" v="540" actId="404"/>
          <ac:spMkLst>
            <pc:docMk/>
            <pc:sldMk cId="3154839297" sldId="281"/>
            <ac:spMk id="5" creationId="{00000000-0000-0000-0000-000000000000}"/>
          </ac:spMkLst>
        </pc:spChg>
        <pc:picChg chg="mod">
          <ac:chgData name="Dr. Deepak S Sakkari Assistant Professor( CSE)" userId="6d73bcb8-5d92-40b8-9132-40f6303b79fc" providerId="ADAL" clId="{6A6CE88C-C1CC-4F3A-B486-05240001B6BF}" dt="2020-08-16T17:50:36.290" v="541" actId="1076"/>
          <ac:picMkLst>
            <pc:docMk/>
            <pc:sldMk cId="3154839297" sldId="281"/>
            <ac:picMk id="5123" creationId="{00000000-0000-0000-0000-000000000000}"/>
          </ac:picMkLst>
        </pc:picChg>
      </pc:sldChg>
      <pc:sldChg chg="modSp mod">
        <pc:chgData name="Dr. Deepak S Sakkari Assistant Professor( CSE)" userId="6d73bcb8-5d92-40b8-9132-40f6303b79fc" providerId="ADAL" clId="{6A6CE88C-C1CC-4F3A-B486-05240001B6BF}" dt="2020-08-16T17:51:15.441" v="573" actId="1076"/>
        <pc:sldMkLst>
          <pc:docMk/>
          <pc:sldMk cId="513573365" sldId="282"/>
        </pc:sldMkLst>
        <pc:spChg chg="mod">
          <ac:chgData name="Dr. Deepak S Sakkari Assistant Professor( CSE)" userId="6d73bcb8-5d92-40b8-9132-40f6303b79fc" providerId="ADAL" clId="{6A6CE88C-C1CC-4F3A-B486-05240001B6BF}" dt="2020-08-16T17:50:54.056" v="545" actId="20577"/>
          <ac:spMkLst>
            <pc:docMk/>
            <pc:sldMk cId="513573365" sldId="282"/>
            <ac:spMk id="5" creationId="{00000000-0000-0000-0000-000000000000}"/>
          </ac:spMkLst>
        </pc:spChg>
        <pc:picChg chg="mod">
          <ac:chgData name="Dr. Deepak S Sakkari Assistant Professor( CSE)" userId="6d73bcb8-5d92-40b8-9132-40f6303b79fc" providerId="ADAL" clId="{6A6CE88C-C1CC-4F3A-B486-05240001B6BF}" dt="2020-08-16T17:51:15.441" v="573" actId="1076"/>
          <ac:picMkLst>
            <pc:docMk/>
            <pc:sldMk cId="513573365" sldId="282"/>
            <ac:picMk id="6146" creationId="{00000000-0000-0000-0000-000000000000}"/>
          </ac:picMkLst>
        </pc:picChg>
      </pc:sldChg>
      <pc:sldChg chg="modSp mod">
        <pc:chgData name="Dr. Deepak S Sakkari Assistant Professor( CSE)" userId="6d73bcb8-5d92-40b8-9132-40f6303b79fc" providerId="ADAL" clId="{6A6CE88C-C1CC-4F3A-B486-05240001B6BF}" dt="2020-08-16T17:51:53.933" v="580" actId="1076"/>
        <pc:sldMkLst>
          <pc:docMk/>
          <pc:sldMk cId="2125104488" sldId="283"/>
        </pc:sldMkLst>
        <pc:spChg chg="mod">
          <ac:chgData name="Dr. Deepak S Sakkari Assistant Professor( CSE)" userId="6d73bcb8-5d92-40b8-9132-40f6303b79fc" providerId="ADAL" clId="{6A6CE88C-C1CC-4F3A-B486-05240001B6BF}" dt="2020-08-16T17:51:32.939" v="576" actId="404"/>
          <ac:spMkLst>
            <pc:docMk/>
            <pc:sldMk cId="2125104488" sldId="283"/>
            <ac:spMk id="5" creationId="{00000000-0000-0000-0000-000000000000}"/>
          </ac:spMkLst>
        </pc:spChg>
        <pc:picChg chg="mod">
          <ac:chgData name="Dr. Deepak S Sakkari Assistant Professor( CSE)" userId="6d73bcb8-5d92-40b8-9132-40f6303b79fc" providerId="ADAL" clId="{6A6CE88C-C1CC-4F3A-B486-05240001B6BF}" dt="2020-08-16T17:51:53.933" v="580" actId="1076"/>
          <ac:picMkLst>
            <pc:docMk/>
            <pc:sldMk cId="2125104488" sldId="283"/>
            <ac:picMk id="7170" creationId="{00000000-0000-0000-0000-000000000000}"/>
          </ac:picMkLst>
        </pc:picChg>
      </pc:sldChg>
      <pc:sldChg chg="modSp mod">
        <pc:chgData name="Dr. Deepak S Sakkari Assistant Professor( CSE)" userId="6d73bcb8-5d92-40b8-9132-40f6303b79fc" providerId="ADAL" clId="{6A6CE88C-C1CC-4F3A-B486-05240001B6BF}" dt="2020-08-16T17:52:28.860" v="587" actId="1076"/>
        <pc:sldMkLst>
          <pc:docMk/>
          <pc:sldMk cId="3076381061" sldId="284"/>
        </pc:sldMkLst>
        <pc:spChg chg="mod">
          <ac:chgData name="Dr. Deepak S Sakkari Assistant Professor( CSE)" userId="6d73bcb8-5d92-40b8-9132-40f6303b79fc" providerId="ADAL" clId="{6A6CE88C-C1CC-4F3A-B486-05240001B6BF}" dt="2020-08-16T17:52:16.492" v="584" actId="403"/>
          <ac:spMkLst>
            <pc:docMk/>
            <pc:sldMk cId="3076381061" sldId="284"/>
            <ac:spMk id="5" creationId="{00000000-0000-0000-0000-000000000000}"/>
          </ac:spMkLst>
        </pc:spChg>
        <pc:picChg chg="mod">
          <ac:chgData name="Dr. Deepak S Sakkari Assistant Professor( CSE)" userId="6d73bcb8-5d92-40b8-9132-40f6303b79fc" providerId="ADAL" clId="{6A6CE88C-C1CC-4F3A-B486-05240001B6BF}" dt="2020-08-16T17:52:28.860" v="587" actId="1076"/>
          <ac:picMkLst>
            <pc:docMk/>
            <pc:sldMk cId="3076381061" sldId="284"/>
            <ac:picMk id="8195" creationId="{00000000-0000-0000-0000-000000000000}"/>
          </ac:picMkLst>
        </pc:picChg>
      </pc:sldChg>
      <pc:sldChg chg="modSp mod">
        <pc:chgData name="Dr. Deepak S Sakkari Assistant Professor( CSE)" userId="6d73bcb8-5d92-40b8-9132-40f6303b79fc" providerId="ADAL" clId="{6A6CE88C-C1CC-4F3A-B486-05240001B6BF}" dt="2020-08-16T17:53:37.561" v="631" actId="1076"/>
        <pc:sldMkLst>
          <pc:docMk/>
          <pc:sldMk cId="769505814" sldId="285"/>
        </pc:sldMkLst>
        <pc:spChg chg="mod">
          <ac:chgData name="Dr. Deepak S Sakkari Assistant Professor( CSE)" userId="6d73bcb8-5d92-40b8-9132-40f6303b79fc" providerId="ADAL" clId="{6A6CE88C-C1CC-4F3A-B486-05240001B6BF}" dt="2020-08-16T17:53:22.212" v="596" actId="20577"/>
          <ac:spMkLst>
            <pc:docMk/>
            <pc:sldMk cId="769505814" sldId="285"/>
            <ac:spMk id="5" creationId="{00000000-0000-0000-0000-000000000000}"/>
          </ac:spMkLst>
        </pc:spChg>
        <pc:picChg chg="mod">
          <ac:chgData name="Dr. Deepak S Sakkari Assistant Professor( CSE)" userId="6d73bcb8-5d92-40b8-9132-40f6303b79fc" providerId="ADAL" clId="{6A6CE88C-C1CC-4F3A-B486-05240001B6BF}" dt="2020-08-16T17:53:37.561" v="631" actId="1076"/>
          <ac:picMkLst>
            <pc:docMk/>
            <pc:sldMk cId="769505814" sldId="285"/>
            <ac:picMk id="9219" creationId="{00000000-0000-0000-0000-000000000000}"/>
          </ac:picMkLst>
        </pc:picChg>
      </pc:sldChg>
      <pc:sldChg chg="modSp mod">
        <pc:chgData name="Dr. Deepak S Sakkari Assistant Professor( CSE)" userId="6d73bcb8-5d92-40b8-9132-40f6303b79fc" providerId="ADAL" clId="{6A6CE88C-C1CC-4F3A-B486-05240001B6BF}" dt="2020-08-16T17:52:49.759" v="592" actId="1076"/>
        <pc:sldMkLst>
          <pc:docMk/>
          <pc:sldMk cId="3602984361" sldId="286"/>
        </pc:sldMkLst>
        <pc:spChg chg="mod">
          <ac:chgData name="Dr. Deepak S Sakkari Assistant Professor( CSE)" userId="6d73bcb8-5d92-40b8-9132-40f6303b79fc" providerId="ADAL" clId="{6A6CE88C-C1CC-4F3A-B486-05240001B6BF}" dt="2020-08-16T17:52:45.065" v="591" actId="404"/>
          <ac:spMkLst>
            <pc:docMk/>
            <pc:sldMk cId="3602984361" sldId="286"/>
            <ac:spMk id="5" creationId="{00000000-0000-0000-0000-000000000000}"/>
          </ac:spMkLst>
        </pc:spChg>
        <pc:picChg chg="mod">
          <ac:chgData name="Dr. Deepak S Sakkari Assistant Professor( CSE)" userId="6d73bcb8-5d92-40b8-9132-40f6303b79fc" providerId="ADAL" clId="{6A6CE88C-C1CC-4F3A-B486-05240001B6BF}" dt="2020-08-16T17:52:49.759" v="592" actId="1076"/>
          <ac:picMkLst>
            <pc:docMk/>
            <pc:sldMk cId="3602984361" sldId="286"/>
            <ac:picMk id="9218" creationId="{00000000-0000-0000-0000-000000000000}"/>
          </ac:picMkLst>
        </pc:picChg>
      </pc:sldChg>
      <pc:sldChg chg="modSp mod">
        <pc:chgData name="Dr. Deepak S Sakkari Assistant Professor( CSE)" userId="6d73bcb8-5d92-40b8-9132-40f6303b79fc" providerId="ADAL" clId="{6A6CE88C-C1CC-4F3A-B486-05240001B6BF}" dt="2020-08-16T17:54:29.167" v="657" actId="1036"/>
        <pc:sldMkLst>
          <pc:docMk/>
          <pc:sldMk cId="2829986162" sldId="287"/>
        </pc:sldMkLst>
        <pc:spChg chg="mod">
          <ac:chgData name="Dr. Deepak S Sakkari Assistant Professor( CSE)" userId="6d73bcb8-5d92-40b8-9132-40f6303b79fc" providerId="ADAL" clId="{6A6CE88C-C1CC-4F3A-B486-05240001B6BF}" dt="2020-08-16T17:54:13.453" v="653" actId="6549"/>
          <ac:spMkLst>
            <pc:docMk/>
            <pc:sldMk cId="2829986162" sldId="287"/>
            <ac:spMk id="5" creationId="{00000000-0000-0000-0000-000000000000}"/>
          </ac:spMkLst>
        </pc:spChg>
        <pc:picChg chg="mod">
          <ac:chgData name="Dr. Deepak S Sakkari Assistant Professor( CSE)" userId="6d73bcb8-5d92-40b8-9132-40f6303b79fc" providerId="ADAL" clId="{6A6CE88C-C1CC-4F3A-B486-05240001B6BF}" dt="2020-08-16T17:54:29.167" v="657" actId="1036"/>
          <ac:picMkLst>
            <pc:docMk/>
            <pc:sldMk cId="2829986162" sldId="287"/>
            <ac:picMk id="10242" creationId="{00000000-0000-0000-0000-000000000000}"/>
          </ac:picMkLst>
        </pc:picChg>
      </pc:sldChg>
      <pc:sldChg chg="modSp mod">
        <pc:chgData name="Dr. Deepak S Sakkari Assistant Professor( CSE)" userId="6d73bcb8-5d92-40b8-9132-40f6303b79fc" providerId="ADAL" clId="{6A6CE88C-C1CC-4F3A-B486-05240001B6BF}" dt="2020-08-16T17:55:23.973" v="666" actId="1076"/>
        <pc:sldMkLst>
          <pc:docMk/>
          <pc:sldMk cId="1866790028" sldId="288"/>
        </pc:sldMkLst>
        <pc:spChg chg="mod">
          <ac:chgData name="Dr. Deepak S Sakkari Assistant Professor( CSE)" userId="6d73bcb8-5d92-40b8-9132-40f6303b79fc" providerId="ADAL" clId="{6A6CE88C-C1CC-4F3A-B486-05240001B6BF}" dt="2020-08-16T17:55:16.732" v="665" actId="6549"/>
          <ac:spMkLst>
            <pc:docMk/>
            <pc:sldMk cId="1866790028" sldId="288"/>
            <ac:spMk id="5" creationId="{00000000-0000-0000-0000-000000000000}"/>
          </ac:spMkLst>
        </pc:spChg>
        <pc:picChg chg="mod">
          <ac:chgData name="Dr. Deepak S Sakkari Assistant Professor( CSE)" userId="6d73bcb8-5d92-40b8-9132-40f6303b79fc" providerId="ADAL" clId="{6A6CE88C-C1CC-4F3A-B486-05240001B6BF}" dt="2020-08-16T17:55:23.973" v="666" actId="1076"/>
          <ac:picMkLst>
            <pc:docMk/>
            <pc:sldMk cId="1866790028" sldId="288"/>
            <ac:picMk id="11266" creationId="{00000000-0000-0000-0000-000000000000}"/>
          </ac:picMkLst>
        </pc:picChg>
      </pc:sldChg>
      <pc:sldChg chg="addSp modSp mod">
        <pc:chgData name="Dr. Deepak S Sakkari Assistant Professor( CSE)" userId="6d73bcb8-5d92-40b8-9132-40f6303b79fc" providerId="ADAL" clId="{6A6CE88C-C1CC-4F3A-B486-05240001B6BF}" dt="2020-08-16T17:58:28.723" v="747" actId="1035"/>
        <pc:sldMkLst>
          <pc:docMk/>
          <pc:sldMk cId="3266059444" sldId="289"/>
        </pc:sldMkLst>
        <pc:spChg chg="mod">
          <ac:chgData name="Dr. Deepak S Sakkari Assistant Professor( CSE)" userId="6d73bcb8-5d92-40b8-9132-40f6303b79fc" providerId="ADAL" clId="{6A6CE88C-C1CC-4F3A-B486-05240001B6BF}" dt="2020-08-16T17:57:17.871" v="672" actId="255"/>
          <ac:spMkLst>
            <pc:docMk/>
            <pc:sldMk cId="3266059444" sldId="289"/>
            <ac:spMk id="2" creationId="{00000000-0000-0000-0000-000000000000}"/>
          </ac:spMkLst>
        </pc:spChg>
        <pc:spChg chg="mod">
          <ac:chgData name="Dr. Deepak S Sakkari Assistant Professor( CSE)" userId="6d73bcb8-5d92-40b8-9132-40f6303b79fc" providerId="ADAL" clId="{6A6CE88C-C1CC-4F3A-B486-05240001B6BF}" dt="2020-08-16T17:57:45.493" v="677" actId="20577"/>
          <ac:spMkLst>
            <pc:docMk/>
            <pc:sldMk cId="3266059444" sldId="289"/>
            <ac:spMk id="3" creationId="{00000000-0000-0000-0000-000000000000}"/>
          </ac:spMkLst>
        </pc:spChg>
        <pc:picChg chg="add mod">
          <ac:chgData name="Dr. Deepak S Sakkari Assistant Professor( CSE)" userId="6d73bcb8-5d92-40b8-9132-40f6303b79fc" providerId="ADAL" clId="{6A6CE88C-C1CC-4F3A-B486-05240001B6BF}" dt="2020-08-16T17:58:28.723" v="747" actId="1035"/>
          <ac:picMkLst>
            <pc:docMk/>
            <pc:sldMk cId="3266059444" sldId="289"/>
            <ac:picMk id="7" creationId="{4226936F-2BC6-4083-B1A0-1A7E7C42EC5D}"/>
          </ac:picMkLst>
        </pc:picChg>
      </pc:sldChg>
      <pc:sldChg chg="del">
        <pc:chgData name="Dr. Deepak S Sakkari Assistant Professor( CSE)" userId="6d73bcb8-5d92-40b8-9132-40f6303b79fc" providerId="ADAL" clId="{6A6CE88C-C1CC-4F3A-B486-05240001B6BF}" dt="2020-08-16T17:58:42.160" v="748" actId="2696"/>
        <pc:sldMkLst>
          <pc:docMk/>
          <pc:sldMk cId="2059104741" sldId="290"/>
        </pc:sldMkLst>
      </pc:sldChg>
      <pc:sldChg chg="modSp mod">
        <pc:chgData name="Dr. Deepak S Sakkari Assistant Professor( CSE)" userId="6d73bcb8-5d92-40b8-9132-40f6303b79fc" providerId="ADAL" clId="{6A6CE88C-C1CC-4F3A-B486-05240001B6BF}" dt="2020-08-16T17:59:20.322" v="754" actId="1076"/>
        <pc:sldMkLst>
          <pc:docMk/>
          <pc:sldMk cId="3191863920" sldId="291"/>
        </pc:sldMkLst>
        <pc:spChg chg="mod">
          <ac:chgData name="Dr. Deepak S Sakkari Assistant Professor( CSE)" userId="6d73bcb8-5d92-40b8-9132-40f6303b79fc" providerId="ADAL" clId="{6A6CE88C-C1CC-4F3A-B486-05240001B6BF}" dt="2020-08-16T17:59:11.977" v="753" actId="404"/>
          <ac:spMkLst>
            <pc:docMk/>
            <pc:sldMk cId="3191863920" sldId="291"/>
            <ac:spMk id="3" creationId="{00000000-0000-0000-0000-000000000000}"/>
          </ac:spMkLst>
        </pc:spChg>
        <pc:picChg chg="mod">
          <ac:chgData name="Dr. Deepak S Sakkari Assistant Professor( CSE)" userId="6d73bcb8-5d92-40b8-9132-40f6303b79fc" providerId="ADAL" clId="{6A6CE88C-C1CC-4F3A-B486-05240001B6BF}" dt="2020-08-16T17:59:20.322" v="754" actId="1076"/>
          <ac:picMkLst>
            <pc:docMk/>
            <pc:sldMk cId="3191863920" sldId="291"/>
            <ac:picMk id="13314" creationId="{00000000-0000-0000-0000-000000000000}"/>
          </ac:picMkLst>
        </pc:picChg>
      </pc:sldChg>
      <pc:sldChg chg="modSp mod">
        <pc:chgData name="Dr. Deepak S Sakkari Assistant Professor( CSE)" userId="6d73bcb8-5d92-40b8-9132-40f6303b79fc" providerId="ADAL" clId="{6A6CE88C-C1CC-4F3A-B486-05240001B6BF}" dt="2020-08-16T18:10:50.782" v="804" actId="255"/>
        <pc:sldMkLst>
          <pc:docMk/>
          <pc:sldMk cId="2904947208" sldId="292"/>
        </pc:sldMkLst>
        <pc:spChg chg="mod">
          <ac:chgData name="Dr. Deepak S Sakkari Assistant Professor( CSE)" userId="6d73bcb8-5d92-40b8-9132-40f6303b79fc" providerId="ADAL" clId="{6A6CE88C-C1CC-4F3A-B486-05240001B6BF}" dt="2020-08-16T18:10:50.782" v="804" actId="255"/>
          <ac:spMkLst>
            <pc:docMk/>
            <pc:sldMk cId="2904947208" sldId="292"/>
            <ac:spMk id="3" creationId="{00000000-0000-0000-0000-000000000000}"/>
          </ac:spMkLst>
        </pc:spChg>
      </pc:sldChg>
      <pc:sldChg chg="modSp mod">
        <pc:chgData name="Dr. Deepak S Sakkari Assistant Professor( CSE)" userId="6d73bcb8-5d92-40b8-9132-40f6303b79fc" providerId="ADAL" clId="{6A6CE88C-C1CC-4F3A-B486-05240001B6BF}" dt="2020-08-16T18:01:00.044" v="771" actId="1076"/>
        <pc:sldMkLst>
          <pc:docMk/>
          <pc:sldMk cId="1145221943" sldId="293"/>
        </pc:sldMkLst>
        <pc:spChg chg="mod">
          <ac:chgData name="Dr. Deepak S Sakkari Assistant Professor( CSE)" userId="6d73bcb8-5d92-40b8-9132-40f6303b79fc" providerId="ADAL" clId="{6A6CE88C-C1CC-4F3A-B486-05240001B6BF}" dt="2020-08-16T18:00:50.359" v="769" actId="948"/>
          <ac:spMkLst>
            <pc:docMk/>
            <pc:sldMk cId="1145221943" sldId="293"/>
            <ac:spMk id="3" creationId="{00000000-0000-0000-0000-000000000000}"/>
          </ac:spMkLst>
        </pc:spChg>
        <pc:picChg chg="mod">
          <ac:chgData name="Dr. Deepak S Sakkari Assistant Professor( CSE)" userId="6d73bcb8-5d92-40b8-9132-40f6303b79fc" providerId="ADAL" clId="{6A6CE88C-C1CC-4F3A-B486-05240001B6BF}" dt="2020-08-16T18:00:54.771" v="770" actId="1076"/>
          <ac:picMkLst>
            <pc:docMk/>
            <pc:sldMk cId="1145221943" sldId="293"/>
            <ac:picMk id="14338" creationId="{00000000-0000-0000-0000-000000000000}"/>
          </ac:picMkLst>
        </pc:picChg>
        <pc:picChg chg="mod">
          <ac:chgData name="Dr. Deepak S Sakkari Assistant Professor( CSE)" userId="6d73bcb8-5d92-40b8-9132-40f6303b79fc" providerId="ADAL" clId="{6A6CE88C-C1CC-4F3A-B486-05240001B6BF}" dt="2020-08-16T18:01:00.044" v="771" actId="1076"/>
          <ac:picMkLst>
            <pc:docMk/>
            <pc:sldMk cId="1145221943" sldId="293"/>
            <ac:picMk id="14340" creationId="{00000000-0000-0000-0000-000000000000}"/>
          </ac:picMkLst>
        </pc:picChg>
      </pc:sldChg>
      <pc:sldChg chg="modSp mod">
        <pc:chgData name="Dr. Deepak S Sakkari Assistant Professor( CSE)" userId="6d73bcb8-5d92-40b8-9132-40f6303b79fc" providerId="ADAL" clId="{6A6CE88C-C1CC-4F3A-B486-05240001B6BF}" dt="2020-08-16T18:09:57.766" v="796" actId="313"/>
        <pc:sldMkLst>
          <pc:docMk/>
          <pc:sldMk cId="1457111660" sldId="294"/>
        </pc:sldMkLst>
        <pc:spChg chg="mod">
          <ac:chgData name="Dr. Deepak S Sakkari Assistant Professor( CSE)" userId="6d73bcb8-5d92-40b8-9132-40f6303b79fc" providerId="ADAL" clId="{6A6CE88C-C1CC-4F3A-B486-05240001B6BF}" dt="2020-08-16T18:09:57.766" v="796" actId="313"/>
          <ac:spMkLst>
            <pc:docMk/>
            <pc:sldMk cId="1457111660" sldId="294"/>
            <ac:spMk id="3" creationId="{00000000-0000-0000-0000-000000000000}"/>
          </ac:spMkLst>
        </pc:spChg>
      </pc:sldChg>
      <pc:sldChg chg="del">
        <pc:chgData name="Dr. Deepak S Sakkari Assistant Professor( CSE)" userId="6d73bcb8-5d92-40b8-9132-40f6303b79fc" providerId="ADAL" clId="{6A6CE88C-C1CC-4F3A-B486-05240001B6BF}" dt="2020-08-16T18:11:20.117" v="805" actId="2696"/>
        <pc:sldMkLst>
          <pc:docMk/>
          <pc:sldMk cId="3110987420" sldId="295"/>
        </pc:sldMkLst>
      </pc:sldChg>
      <pc:sldChg chg="modSp mod">
        <pc:chgData name="Dr. Deepak S Sakkari Assistant Professor( CSE)" userId="6d73bcb8-5d92-40b8-9132-40f6303b79fc" providerId="ADAL" clId="{6A6CE88C-C1CC-4F3A-B486-05240001B6BF}" dt="2020-08-16T18:11:54.808" v="811" actId="404"/>
        <pc:sldMkLst>
          <pc:docMk/>
          <pc:sldMk cId="2011300504" sldId="296"/>
        </pc:sldMkLst>
        <pc:spChg chg="mod">
          <ac:chgData name="Dr. Deepak S Sakkari Assistant Professor( CSE)" userId="6d73bcb8-5d92-40b8-9132-40f6303b79fc" providerId="ADAL" clId="{6A6CE88C-C1CC-4F3A-B486-05240001B6BF}" dt="2020-08-16T18:11:54.808" v="811" actId="404"/>
          <ac:spMkLst>
            <pc:docMk/>
            <pc:sldMk cId="2011300504" sldId="296"/>
            <ac:spMk id="3" creationId="{00000000-0000-0000-0000-000000000000}"/>
          </ac:spMkLst>
        </pc:spChg>
      </pc:sldChg>
      <pc:sldChg chg="modSp del mod">
        <pc:chgData name="Dr. Deepak S Sakkari Assistant Professor( CSE)" userId="6d73bcb8-5d92-40b8-9132-40f6303b79fc" providerId="ADAL" clId="{6A6CE88C-C1CC-4F3A-B486-05240001B6BF}" dt="2020-08-16T18:12:16.452" v="813" actId="2696"/>
        <pc:sldMkLst>
          <pc:docMk/>
          <pc:sldMk cId="422380363" sldId="297"/>
        </pc:sldMkLst>
        <pc:spChg chg="mod">
          <ac:chgData name="Dr. Deepak S Sakkari Assistant Professor( CSE)" userId="6d73bcb8-5d92-40b8-9132-40f6303b79fc" providerId="ADAL" clId="{6A6CE88C-C1CC-4F3A-B486-05240001B6BF}" dt="2020-08-16T18:11:47.295" v="808" actId="21"/>
          <ac:spMkLst>
            <pc:docMk/>
            <pc:sldMk cId="422380363" sldId="297"/>
            <ac:spMk id="3" creationId="{00000000-0000-0000-0000-000000000000}"/>
          </ac:spMkLst>
        </pc:spChg>
        <pc:picChg chg="mod">
          <ac:chgData name="Dr. Deepak S Sakkari Assistant Professor( CSE)" userId="6d73bcb8-5d92-40b8-9132-40f6303b79fc" providerId="ADAL" clId="{6A6CE88C-C1CC-4F3A-B486-05240001B6BF}" dt="2020-08-16T18:12:10.728" v="812" actId="1076"/>
          <ac:picMkLst>
            <pc:docMk/>
            <pc:sldMk cId="422380363" sldId="297"/>
            <ac:picMk id="15363" creationId="{00000000-0000-0000-0000-000000000000}"/>
          </ac:picMkLst>
        </pc:picChg>
      </pc:sldChg>
      <pc:sldChg chg="modSp mod">
        <pc:chgData name="Dr. Deepak S Sakkari Assistant Professor( CSE)" userId="6d73bcb8-5d92-40b8-9132-40f6303b79fc" providerId="ADAL" clId="{6A6CE88C-C1CC-4F3A-B486-05240001B6BF}" dt="2020-08-16T18:12:35.971" v="818" actId="20577"/>
        <pc:sldMkLst>
          <pc:docMk/>
          <pc:sldMk cId="761635623" sldId="298"/>
        </pc:sldMkLst>
        <pc:spChg chg="mod">
          <ac:chgData name="Dr. Deepak S Sakkari Assistant Professor( CSE)" userId="6d73bcb8-5d92-40b8-9132-40f6303b79fc" providerId="ADAL" clId="{6A6CE88C-C1CC-4F3A-B486-05240001B6BF}" dt="2020-08-16T18:12:35.971" v="818" actId="20577"/>
          <ac:spMkLst>
            <pc:docMk/>
            <pc:sldMk cId="761635623" sldId="298"/>
            <ac:spMk id="3" creationId="{00000000-0000-0000-0000-000000000000}"/>
          </ac:spMkLst>
        </pc:spChg>
      </pc:sldChg>
      <pc:sldChg chg="modSp">
        <pc:chgData name="Dr. Deepak S Sakkari Assistant Professor( CSE)" userId="6d73bcb8-5d92-40b8-9132-40f6303b79fc" providerId="ADAL" clId="{6A6CE88C-C1CC-4F3A-B486-05240001B6BF}" dt="2020-08-16T18:13:08.143" v="858" actId="1035"/>
        <pc:sldMkLst>
          <pc:docMk/>
          <pc:sldMk cId="2659602100" sldId="299"/>
        </pc:sldMkLst>
        <pc:picChg chg="mod">
          <ac:chgData name="Dr. Deepak S Sakkari Assistant Professor( CSE)" userId="6d73bcb8-5d92-40b8-9132-40f6303b79fc" providerId="ADAL" clId="{6A6CE88C-C1CC-4F3A-B486-05240001B6BF}" dt="2020-08-16T18:13:08.143" v="858" actId="1035"/>
          <ac:picMkLst>
            <pc:docMk/>
            <pc:sldMk cId="2659602100" sldId="299"/>
            <ac:picMk id="16387" creationId="{00000000-0000-0000-0000-000000000000}"/>
          </ac:picMkLst>
        </pc:picChg>
      </pc:sldChg>
      <pc:sldChg chg="modSp">
        <pc:chgData name="Dr. Deepak S Sakkari Assistant Professor( CSE)" userId="6d73bcb8-5d92-40b8-9132-40f6303b79fc" providerId="ADAL" clId="{6A6CE88C-C1CC-4F3A-B486-05240001B6BF}" dt="2020-08-16T18:14:25.007" v="975" actId="732"/>
        <pc:sldMkLst>
          <pc:docMk/>
          <pc:sldMk cId="1639119821" sldId="300"/>
        </pc:sldMkLst>
        <pc:picChg chg="mod">
          <ac:chgData name="Dr. Deepak S Sakkari Assistant Professor( CSE)" userId="6d73bcb8-5d92-40b8-9132-40f6303b79fc" providerId="ADAL" clId="{6A6CE88C-C1CC-4F3A-B486-05240001B6BF}" dt="2020-08-16T18:14:25.007" v="975" actId="732"/>
          <ac:picMkLst>
            <pc:docMk/>
            <pc:sldMk cId="1639119821" sldId="300"/>
            <ac:picMk id="17410" creationId="{00000000-0000-0000-0000-000000000000}"/>
          </ac:picMkLst>
        </pc:picChg>
      </pc:sldChg>
      <pc:sldMasterChg chg="addSp delSp modSp mod modSldLayout">
        <pc:chgData name="Dr. Deepak S Sakkari Assistant Professor( CSE)" userId="6d73bcb8-5d92-40b8-9132-40f6303b79fc" providerId="ADAL" clId="{6A6CE88C-C1CC-4F3A-B486-05240001B6BF}" dt="2020-08-16T17:22:17.156" v="59" actId="2711"/>
        <pc:sldMasterMkLst>
          <pc:docMk/>
          <pc:sldMasterMk cId="2257922174" sldId="2147483684"/>
        </pc:sldMasterMkLst>
        <pc:spChg chg="del">
          <ac:chgData name="Dr. Deepak S Sakkari Assistant Professor( CSE)" userId="6d73bcb8-5d92-40b8-9132-40f6303b79fc" providerId="ADAL" clId="{6A6CE88C-C1CC-4F3A-B486-05240001B6BF}" dt="2020-08-16T17:18:55.997" v="14" actId="478"/>
          <ac:spMkLst>
            <pc:docMk/>
            <pc:sldMasterMk cId="2257922174" sldId="2147483684"/>
            <ac:spMk id="7" creationId="{00000000-0000-0000-0000-000000000000}"/>
          </ac:spMkLst>
        </pc:spChg>
        <pc:spChg chg="mod">
          <ac:chgData name="Dr. Deepak S Sakkari Assistant Professor( CSE)" userId="6d73bcb8-5d92-40b8-9132-40f6303b79fc" providerId="ADAL" clId="{6A6CE88C-C1CC-4F3A-B486-05240001B6BF}" dt="2020-08-16T17:22:09.695" v="58"/>
          <ac:spMkLst>
            <pc:docMk/>
            <pc:sldMasterMk cId="2257922174" sldId="2147483684"/>
            <ac:spMk id="1026" creationId="{00000000-0000-0000-0000-000000000000}"/>
          </ac:spMkLst>
        </pc:spChg>
        <pc:spChg chg="mod">
          <ac:chgData name="Dr. Deepak S Sakkari Assistant Professor( CSE)" userId="6d73bcb8-5d92-40b8-9132-40f6303b79fc" providerId="ADAL" clId="{6A6CE88C-C1CC-4F3A-B486-05240001B6BF}" dt="2020-08-16T17:22:17.156" v="59" actId="2711"/>
          <ac:spMkLst>
            <pc:docMk/>
            <pc:sldMasterMk cId="2257922174" sldId="2147483684"/>
            <ac:spMk id="1027" creationId="{00000000-0000-0000-0000-000000000000}"/>
          </ac:spMkLst>
        </pc:spChg>
        <pc:picChg chg="add">
          <ac:chgData name="Dr. Deepak S Sakkari Assistant Professor( CSE)" userId="6d73bcb8-5d92-40b8-9132-40f6303b79fc" providerId="ADAL" clId="{6A6CE88C-C1CC-4F3A-B486-05240001B6BF}" dt="2020-08-16T17:18:50.359" v="13" actId="22"/>
          <ac:picMkLst>
            <pc:docMk/>
            <pc:sldMasterMk cId="2257922174" sldId="2147483684"/>
            <ac:picMk id="2" creationId="{D556AC99-D25B-44D7-B4D4-56DFBA9A948D}"/>
          </ac:picMkLst>
        </pc:picChg>
        <pc:cxnChg chg="add mod">
          <ac:chgData name="Dr. Deepak S Sakkari Assistant Professor( CSE)" userId="6d73bcb8-5d92-40b8-9132-40f6303b79fc" providerId="ADAL" clId="{6A6CE88C-C1CC-4F3A-B486-05240001B6BF}" dt="2020-08-16T17:20:46.450" v="41" actId="692"/>
          <ac:cxnSpMkLst>
            <pc:docMk/>
            <pc:sldMasterMk cId="2257922174" sldId="2147483684"/>
            <ac:cxnSpMk id="9" creationId="{3B5F36A5-15D8-4D7C-9B1D-11E3C685F0D5}"/>
          </ac:cxnSpMkLst>
        </pc:cxnChg>
        <pc:sldLayoutChg chg="addSp modSp mod">
          <pc:chgData name="Dr. Deepak S Sakkari Assistant Professor( CSE)" userId="6d73bcb8-5d92-40b8-9132-40f6303b79fc" providerId="ADAL" clId="{6A6CE88C-C1CC-4F3A-B486-05240001B6BF}" dt="2020-08-16T17:18:26.126" v="12" actId="1036"/>
          <pc:sldLayoutMkLst>
            <pc:docMk/>
            <pc:sldMasterMk cId="2257922174" sldId="2147483684"/>
            <pc:sldLayoutMk cId="3379957623" sldId="2147483685"/>
          </pc:sldLayoutMkLst>
          <pc:picChg chg="add mod">
            <ac:chgData name="Dr. Deepak S Sakkari Assistant Professor( CSE)" userId="6d73bcb8-5d92-40b8-9132-40f6303b79fc" providerId="ADAL" clId="{6A6CE88C-C1CC-4F3A-B486-05240001B6BF}" dt="2020-08-16T17:18:26.126" v="12" actId="1036"/>
            <ac:picMkLst>
              <pc:docMk/>
              <pc:sldMasterMk cId="2257922174" sldId="2147483684"/>
              <pc:sldLayoutMk cId="3379957623" sldId="2147483685"/>
              <ac:picMk id="8" creationId="{EE652140-DF33-42B2-90EF-9E9B8553CD93}"/>
            </ac:picMkLst>
          </pc:picChg>
        </pc:sldLayoutChg>
      </pc:sldMasterChg>
    </pc:docChg>
  </pc:docChgLst>
  <pc:docChgLst>
    <pc:chgData name="Ashishika Singh" userId="2c5215269e6e15b9" providerId="LiveId" clId="{7EFFCCAC-AC97-40B9-BB19-E54196DF870C}"/>
    <pc:docChg chg="modSld">
      <pc:chgData name="Ashishika Singh" userId="2c5215269e6e15b9" providerId="LiveId" clId="{7EFFCCAC-AC97-40B9-BB19-E54196DF870C}" dt="2024-02-07T05:06:48.533" v="0" actId="20577"/>
      <pc:docMkLst>
        <pc:docMk/>
      </pc:docMkLst>
      <pc:sldChg chg="modSp mod">
        <pc:chgData name="Ashishika Singh" userId="2c5215269e6e15b9" providerId="LiveId" clId="{7EFFCCAC-AC97-40B9-BB19-E54196DF870C}" dt="2024-02-07T05:06:48.533" v="0" actId="20577"/>
        <pc:sldMkLst>
          <pc:docMk/>
          <pc:sldMk cId="48459217" sldId="544"/>
        </pc:sldMkLst>
        <pc:spChg chg="mod">
          <ac:chgData name="Ashishika Singh" userId="2c5215269e6e15b9" providerId="LiveId" clId="{7EFFCCAC-AC97-40B9-BB19-E54196DF870C}" dt="2024-02-07T05:06:48.533" v="0" actId="20577"/>
          <ac:spMkLst>
            <pc:docMk/>
            <pc:sldMk cId="48459217" sldId="544"/>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C24494-34C8-4B85-95EC-EFB8BC02FE7F}" type="datetimeFigureOut">
              <a:rPr lang="en-US" smtClean="0"/>
              <a:t>10/13/2025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D0F90C-8AF4-4E3E-8FFD-30D2A3D6204D}" type="slidenum">
              <a:rPr lang="en-US" smtClean="0"/>
              <a:t>‹#›</a:t>
            </a:fld>
            <a:endParaRPr lang="en-US"/>
          </a:p>
        </p:txBody>
      </p:sp>
    </p:spTree>
    <p:extLst>
      <p:ext uri="{BB962C8B-B14F-4D97-AF65-F5344CB8AC3E}">
        <p14:creationId xmlns:p14="http://schemas.microsoft.com/office/powerpoint/2010/main" val="33018052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11B5A-781F-4560-A1CC-D59FB8C1A7F6}" type="datetimeFigureOut">
              <a:rPr lang="en-US" smtClean="0"/>
              <a:t>10/13/2025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24ADE7-A6F4-4046-A847-5DCBEEEA65FB}" type="slidenum">
              <a:rPr lang="en-US" smtClean="0"/>
              <a:t>‹#›</a:t>
            </a:fld>
            <a:endParaRPr lang="en-US"/>
          </a:p>
        </p:txBody>
      </p:sp>
    </p:spTree>
    <p:extLst>
      <p:ext uri="{BB962C8B-B14F-4D97-AF65-F5344CB8AC3E}">
        <p14:creationId xmlns:p14="http://schemas.microsoft.com/office/powerpoint/2010/main" val="2677811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24ADE7-A6F4-4046-A847-5DCBEEEA65FB}" type="slidenum">
              <a:rPr lang="en-US" smtClean="0"/>
              <a:t>1</a:t>
            </a:fld>
            <a:endParaRPr lang="en-US"/>
          </a:p>
        </p:txBody>
      </p:sp>
    </p:spTree>
    <p:extLst>
      <p:ext uri="{BB962C8B-B14F-4D97-AF65-F5344CB8AC3E}">
        <p14:creationId xmlns:p14="http://schemas.microsoft.com/office/powerpoint/2010/main" val="218798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424ADE7-A6F4-4046-A847-5DCBEEEA65FB}" type="slidenum">
              <a:rPr lang="en-US" smtClean="0"/>
              <a:t>30</a:t>
            </a:fld>
            <a:endParaRPr lang="en-US"/>
          </a:p>
        </p:txBody>
      </p:sp>
    </p:spTree>
    <p:extLst>
      <p:ext uri="{BB962C8B-B14F-4D97-AF65-F5344CB8AC3E}">
        <p14:creationId xmlns:p14="http://schemas.microsoft.com/office/powerpoint/2010/main" val="3415624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424ADE7-A6F4-4046-A847-5DCBEEEA65FB}" type="slidenum">
              <a:rPr lang="en-US" smtClean="0"/>
              <a:t>31</a:t>
            </a:fld>
            <a:endParaRPr lang="en-US"/>
          </a:p>
        </p:txBody>
      </p:sp>
    </p:spTree>
    <p:extLst>
      <p:ext uri="{BB962C8B-B14F-4D97-AF65-F5344CB8AC3E}">
        <p14:creationId xmlns:p14="http://schemas.microsoft.com/office/powerpoint/2010/main" val="19099107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2961D096-7E3B-4901-842A-409E8605E423}" type="datetime1">
              <a:rPr lang="en-US" smtClean="0"/>
              <a:t>10/13/2025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EE652140-DF33-42B2-90EF-9E9B8553CD9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95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3715BC48-F514-41A9-A06B-89726FEA9A41}" type="datetime1">
              <a:rPr lang="en-US" smtClean="0"/>
              <a:t>10/13/2025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5227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79382B1-A318-4E25-8B63-3F37CB0D7274}" type="datetime1">
              <a:rPr lang="en-US" smtClean="0"/>
              <a:t>10/13/2025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607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9AD08C1B-89CC-4E1C-BEAF-FABC3A03FD30}" type="datetime1">
              <a:rPr lang="en-US" smtClean="0"/>
              <a:t>10/13/2025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4958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F9680425-9698-4DA0-B543-89E03CD4FF44}" type="datetime1">
              <a:rPr lang="en-US" smtClean="0"/>
              <a:t>10/13/2025</a:t>
            </a:fld>
            <a:endParaRPr lang="en-US"/>
          </a:p>
        </p:txBody>
      </p:sp>
      <p:sp>
        <p:nvSpPr>
          <p:cNvPr id="8" name="Footer Placeholder 4"/>
          <p:cNvSpPr>
            <a:spLocks noGrp="1"/>
          </p:cNvSpPr>
          <p:nvPr>
            <p:ph type="ftr" sz="quarter" idx="11"/>
          </p:nvPr>
        </p:nvSpPr>
        <p:spPr/>
        <p:txBody>
          <a:bodyPr/>
          <a:lstStyle>
            <a:lvl1pPr>
              <a:defRPr/>
            </a:lvl1pPr>
          </a:lstStyle>
          <a:p>
            <a:r>
              <a:rPr lang="en-US"/>
              <a:t>CSE2024 NoSQL Databases</a:t>
            </a:r>
          </a:p>
        </p:txBody>
      </p:sp>
      <p:sp>
        <p:nvSpPr>
          <p:cNvPr id="9"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56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ADDF3898-51C9-42CA-AFF7-14A768C26905}" type="datetime1">
              <a:rPr lang="en-US" smtClean="0"/>
              <a:t>10/13/2025</a:t>
            </a:fld>
            <a:endParaRPr lang="en-US"/>
          </a:p>
        </p:txBody>
      </p:sp>
      <p:sp>
        <p:nvSpPr>
          <p:cNvPr id="4" name="Footer Placeholder 4"/>
          <p:cNvSpPr>
            <a:spLocks noGrp="1"/>
          </p:cNvSpPr>
          <p:nvPr>
            <p:ph type="ftr" sz="quarter" idx="11"/>
          </p:nvPr>
        </p:nvSpPr>
        <p:spPr/>
        <p:txBody>
          <a:bodyPr/>
          <a:lstStyle>
            <a:lvl1pPr>
              <a:defRPr/>
            </a:lvl1pPr>
          </a:lstStyle>
          <a:p>
            <a:r>
              <a:rPr lang="en-US"/>
              <a:t>CSE2024 NoSQL Databases</a:t>
            </a:r>
          </a:p>
        </p:txBody>
      </p:sp>
      <p:sp>
        <p:nvSpPr>
          <p:cNvPr id="5"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166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7C9E076F-7826-4434-B030-EF730E273267}" type="datetime1">
              <a:rPr lang="en-US" smtClean="0"/>
              <a:t>10/13/2025</a:t>
            </a:fld>
            <a:endParaRPr lang="en-US"/>
          </a:p>
        </p:txBody>
      </p:sp>
      <p:sp>
        <p:nvSpPr>
          <p:cNvPr id="3" name="Footer Placeholder 4"/>
          <p:cNvSpPr>
            <a:spLocks noGrp="1"/>
          </p:cNvSpPr>
          <p:nvPr>
            <p:ph type="ftr" sz="quarter" idx="11"/>
          </p:nvPr>
        </p:nvSpPr>
        <p:spPr/>
        <p:txBody>
          <a:bodyPr/>
          <a:lstStyle>
            <a:lvl1pPr>
              <a:defRPr/>
            </a:lvl1pPr>
          </a:lstStyle>
          <a:p>
            <a:r>
              <a:rPr lang="en-US"/>
              <a:t>CSE2024 NoSQL Databases</a:t>
            </a:r>
          </a:p>
        </p:txBody>
      </p:sp>
      <p:sp>
        <p:nvSpPr>
          <p:cNvPr id="4"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0757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2A09F549-E219-413D-B622-4D983791557B}" type="datetime1">
              <a:rPr lang="en-US" smtClean="0"/>
              <a:t>10/13/2025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8767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8942CD6-7FAF-40A4-81AA-297C9A9B6773}" type="datetime1">
              <a:rPr lang="en-US" smtClean="0"/>
              <a:t>10/13/2025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2432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6938856-79CA-49AF-934C-26554E0FC8D3}" type="datetime1">
              <a:rPr lang="en-US" smtClean="0"/>
              <a:t>10/13/2025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4477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ACC4072-E3E6-4B98-A2C1-5BEC13CB7DE0}" type="datetime1">
              <a:rPr lang="en-US" smtClean="0"/>
              <a:t>10/13/2025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2641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0687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110762"/>
            <a:ext cx="8229600" cy="468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E2650-6778-464F-AABC-7C744B7A5C3B}" type="datetime1">
              <a:rPr lang="en-US" smtClean="0"/>
              <a:t>10/13/2025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CSE2024 NoSQL Databases</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6F15528-21DE-4FAA-801E-634DDDAF4B2B}" type="slidenum">
              <a:rPr lang="en-US" smtClean="0"/>
              <a:pPr/>
              <a:t>‹#›</a:t>
            </a:fld>
            <a:endParaRPr lang="en-US"/>
          </a:p>
        </p:txBody>
      </p:sp>
      <p:pic>
        <p:nvPicPr>
          <p:cNvPr id="2" name="Picture 1">
            <a:extLst>
              <a:ext uri="{FF2B5EF4-FFF2-40B4-BE49-F238E27FC236}">
                <a16:creationId xmlns:a16="http://schemas.microsoft.com/office/drawing/2014/main" id="{D556AC99-D25B-44D7-B4D4-56DFBA9A948D}"/>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3B5F36A5-15D8-4D7C-9B1D-11E3C685F0D5}"/>
              </a:ext>
            </a:extLst>
          </p:cNvPr>
          <p:cNvCxnSpPr>
            <a:cxnSpLocks/>
          </p:cNvCxnSpPr>
          <p:nvPr userDrawn="1"/>
        </p:nvCxnSpPr>
        <p:spPr>
          <a:xfrm>
            <a:off x="72000" y="1066800"/>
            <a:ext cx="9000000" cy="0"/>
          </a:xfrm>
          <a:prstGeom prst="line">
            <a:avLst/>
          </a:prstGeom>
          <a:ln w="50800" cmpd="thinThick">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9221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fontAlgn="base" hangingPunct="1">
        <a:spcBef>
          <a:spcPct val="0"/>
        </a:spcBef>
        <a:spcAft>
          <a:spcPct val="0"/>
        </a:spcAft>
        <a:defRPr sz="2800" b="1" kern="1200">
          <a:solidFill>
            <a:schemeClr val="tx1"/>
          </a:solidFill>
          <a:latin typeface="Bookman Old Style" panose="02050604050505020204" pitchFamily="18" charset="0"/>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brainkart.com/subject/Web-Technology_169/"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E4517-6C23-48B3-9024-02BD16E6294C}"/>
              </a:ext>
            </a:extLst>
          </p:cNvPr>
          <p:cNvPicPr>
            <a:picLocks noChangeAspect="1"/>
          </p:cNvPicPr>
          <p:nvPr/>
        </p:nvPicPr>
        <p:blipFill>
          <a:blip r:embed="rId3"/>
          <a:stretch>
            <a:fillRect/>
          </a:stretch>
        </p:blipFill>
        <p:spPr>
          <a:xfrm>
            <a:off x="0" y="0"/>
            <a:ext cx="9144000" cy="6858000"/>
          </a:xfrm>
          <a:prstGeom prst="rect">
            <a:avLst/>
          </a:prstGeom>
        </p:spPr>
      </p:pic>
      <p:pic>
        <p:nvPicPr>
          <p:cNvPr id="7" name="Graphic 6">
            <a:extLst>
              <a:ext uri="{FF2B5EF4-FFF2-40B4-BE49-F238E27FC236}">
                <a16:creationId xmlns:a16="http://schemas.microsoft.com/office/drawing/2014/main" id="{D99F73C4-29F8-4839-BE55-9531647113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682460" y="0"/>
            <a:ext cx="7779079" cy="1309350"/>
          </a:xfrm>
          <a:prstGeom prst="rect">
            <a:avLst/>
          </a:prstGeom>
        </p:spPr>
      </p:pic>
      <p:sp>
        <p:nvSpPr>
          <p:cNvPr id="9" name="Title 1">
            <a:extLst>
              <a:ext uri="{FF2B5EF4-FFF2-40B4-BE49-F238E27FC236}">
                <a16:creationId xmlns:a16="http://schemas.microsoft.com/office/drawing/2014/main" id="{95994CEF-AC9F-45F1-B856-7E13245F08BF}"/>
              </a:ext>
            </a:extLst>
          </p:cNvPr>
          <p:cNvSpPr txBox="1">
            <a:spLocks/>
          </p:cNvSpPr>
          <p:nvPr/>
        </p:nvSpPr>
        <p:spPr bwMode="auto">
          <a:xfrm>
            <a:off x="-6927" y="1041962"/>
            <a:ext cx="9144000" cy="2023254"/>
          </a:xfrm>
          <a:prstGeom prst="rect">
            <a:avLst/>
          </a:prstGeom>
          <a:noFill/>
          <a:ln w="12700">
            <a:noFill/>
            <a:miter lim="800000"/>
            <a:headEnd/>
            <a:tailEnd/>
          </a:ln>
        </p:spPr>
        <p:txBody>
          <a:bodyPr vert="horz" wrap="none" lIns="63500" tIns="25400" rIns="63500" bIns="25400" numCol="1" anchor="t" anchorCtr="0" compatLnSpc="1">
            <a:prstTxWarp prst="textNoShape">
              <a:avLst/>
            </a:prstTxWarp>
            <a:noAutofit/>
          </a:bodyPr>
          <a:lstStyle>
            <a:defPPr>
              <a:defRPr lang="en-US"/>
            </a:defPPr>
            <a:lvl1pPr algn="ctr" eaLnBrk="0" fontAlgn="base" hangingPunct="0">
              <a:lnSpc>
                <a:spcPct val="120000"/>
              </a:lnSpc>
              <a:spcBef>
                <a:spcPct val="0"/>
              </a:spcBef>
              <a:spcAft>
                <a:spcPct val="0"/>
              </a:spcAft>
              <a:defRPr sz="2400" b="1">
                <a:latin typeface="Bookman Old Style" panose="02050604050505020204" pitchFamily="18" charset="0"/>
                <a:ea typeface="+mj-ea"/>
                <a:cs typeface="+mj-cs"/>
              </a:defRPr>
            </a:lvl1pPr>
            <a:lvl2pPr eaLnBrk="0" fontAlgn="base" hangingPunct="0">
              <a:lnSpc>
                <a:spcPct val="87000"/>
              </a:lnSpc>
              <a:spcBef>
                <a:spcPct val="0"/>
              </a:spcBef>
              <a:spcAft>
                <a:spcPct val="0"/>
              </a:spcAft>
              <a:defRPr b="1">
                <a:solidFill>
                  <a:schemeClr val="tx2"/>
                </a:solidFill>
                <a:latin typeface="Arial" charset="0"/>
              </a:defRPr>
            </a:lvl2pPr>
            <a:lvl3pPr eaLnBrk="0" fontAlgn="base" hangingPunct="0">
              <a:lnSpc>
                <a:spcPct val="87000"/>
              </a:lnSpc>
              <a:spcBef>
                <a:spcPct val="0"/>
              </a:spcBef>
              <a:spcAft>
                <a:spcPct val="0"/>
              </a:spcAft>
              <a:defRPr b="1">
                <a:solidFill>
                  <a:schemeClr val="tx2"/>
                </a:solidFill>
                <a:latin typeface="Arial" charset="0"/>
              </a:defRPr>
            </a:lvl3pPr>
            <a:lvl4pPr eaLnBrk="0" fontAlgn="base" hangingPunct="0">
              <a:lnSpc>
                <a:spcPct val="87000"/>
              </a:lnSpc>
              <a:spcBef>
                <a:spcPct val="0"/>
              </a:spcBef>
              <a:spcAft>
                <a:spcPct val="0"/>
              </a:spcAft>
              <a:defRPr b="1">
                <a:solidFill>
                  <a:schemeClr val="tx2"/>
                </a:solidFill>
                <a:latin typeface="Arial" charset="0"/>
              </a:defRPr>
            </a:lvl4pPr>
            <a:lvl5pPr eaLnBrk="0" fontAlgn="base" hangingPunct="0">
              <a:lnSpc>
                <a:spcPct val="87000"/>
              </a:lnSpc>
              <a:spcBef>
                <a:spcPct val="0"/>
              </a:spcBef>
              <a:spcAft>
                <a:spcPct val="0"/>
              </a:spcAft>
              <a:defRPr b="1">
                <a:solidFill>
                  <a:schemeClr val="tx2"/>
                </a:solidFill>
                <a:latin typeface="Arial" charset="0"/>
              </a:defRPr>
            </a:lvl5pPr>
            <a:lvl6pPr marL="342900" eaLnBrk="0" fontAlgn="base" hangingPunct="0">
              <a:lnSpc>
                <a:spcPct val="87000"/>
              </a:lnSpc>
              <a:spcBef>
                <a:spcPct val="0"/>
              </a:spcBef>
              <a:spcAft>
                <a:spcPct val="0"/>
              </a:spcAft>
              <a:defRPr b="1">
                <a:solidFill>
                  <a:schemeClr val="tx2"/>
                </a:solidFill>
                <a:latin typeface="Arial" charset="0"/>
              </a:defRPr>
            </a:lvl6pPr>
            <a:lvl7pPr marL="685800" eaLnBrk="0" fontAlgn="base" hangingPunct="0">
              <a:lnSpc>
                <a:spcPct val="87000"/>
              </a:lnSpc>
              <a:spcBef>
                <a:spcPct val="0"/>
              </a:spcBef>
              <a:spcAft>
                <a:spcPct val="0"/>
              </a:spcAft>
              <a:defRPr b="1">
                <a:solidFill>
                  <a:schemeClr val="tx2"/>
                </a:solidFill>
                <a:latin typeface="Arial" charset="0"/>
              </a:defRPr>
            </a:lvl7pPr>
            <a:lvl8pPr marL="1028700" eaLnBrk="0" fontAlgn="base" hangingPunct="0">
              <a:lnSpc>
                <a:spcPct val="87000"/>
              </a:lnSpc>
              <a:spcBef>
                <a:spcPct val="0"/>
              </a:spcBef>
              <a:spcAft>
                <a:spcPct val="0"/>
              </a:spcAft>
              <a:defRPr b="1">
                <a:solidFill>
                  <a:schemeClr val="tx2"/>
                </a:solidFill>
                <a:latin typeface="Arial" charset="0"/>
              </a:defRPr>
            </a:lvl8pPr>
            <a:lvl9pPr marL="1371600" eaLnBrk="0" fontAlgn="base" hangingPunct="0">
              <a:lnSpc>
                <a:spcPct val="87000"/>
              </a:lnSpc>
              <a:spcBef>
                <a:spcPct val="0"/>
              </a:spcBef>
              <a:spcAft>
                <a:spcPct val="0"/>
              </a:spcAft>
              <a:defRPr b="1">
                <a:solidFill>
                  <a:schemeClr val="tx2"/>
                </a:solidFill>
                <a:latin typeface="Arial" charset="0"/>
              </a:defRPr>
            </a:lvl9pPr>
          </a:lstStyle>
          <a:p>
            <a:r>
              <a:rPr lang="en-IN" sz="2800" dirty="0">
                <a:hlinkClick r:id="rId6">
                  <a:extLst>
                    <a:ext uri="{A12FA001-AC4F-418D-AE19-62706E023703}">
                      <ahyp:hlinkClr xmlns:ahyp="http://schemas.microsoft.com/office/drawing/2018/hyperlinkcolor" xmlns="" val="tx"/>
                    </a:ext>
                  </a:extLst>
                </a:hlinkClick>
              </a:rPr>
              <a:t>NoSQL </a:t>
            </a:r>
            <a:r>
              <a:rPr lang="en-IN" sz="2800" dirty="0" smtClean="0">
                <a:hlinkClick r:id="rId6">
                  <a:extLst>
                    <a:ext uri="{A12FA001-AC4F-418D-AE19-62706E023703}">
                      <ahyp:hlinkClr xmlns:ahyp="http://schemas.microsoft.com/office/drawing/2018/hyperlinkcolor" xmlns="" val="tx"/>
                    </a:ext>
                  </a:extLst>
                </a:hlinkClick>
              </a:rPr>
              <a:t>Data </a:t>
            </a:r>
            <a:r>
              <a:rPr lang="en-IN" sz="2800" dirty="0" smtClean="0">
                <a:hlinkClick r:id="rId6">
                  <a:extLst>
                    <a:ext uri="{A12FA001-AC4F-418D-AE19-62706E023703}">
                      <ahyp:hlinkClr xmlns:ahyp="http://schemas.microsoft.com/office/drawing/2018/hyperlinkcolor" xmlns="" val="tx"/>
                    </a:ext>
                  </a:extLst>
                </a:hlinkClick>
              </a:rPr>
              <a:t>Management</a:t>
            </a:r>
            <a:endParaRPr lang="en-IN" sz="2800" dirty="0" smtClean="0"/>
          </a:p>
          <a:p>
            <a:r>
              <a:rPr lang="en-US" sz="2800" dirty="0" smtClean="0">
                <a:hlinkClick r:id="rId6">
                  <a:extLst>
                    <a:ext uri="{A12FA001-AC4F-418D-AE19-62706E023703}">
                      <ahyp:hlinkClr xmlns:ahyp="http://schemas.microsoft.com/office/drawing/2018/hyperlinkcolor" xmlns="" val="tx"/>
                    </a:ext>
                  </a:extLst>
                </a:hlinkClick>
              </a:rPr>
              <a:t>MODULE 3- </a:t>
            </a:r>
            <a:endParaRPr lang="en-US" sz="2800" dirty="0"/>
          </a:p>
          <a:p>
            <a:r>
              <a:rPr lang="en-US" sz="2800" dirty="0" smtClean="0">
                <a:solidFill>
                  <a:schemeClr val="accent4"/>
                </a:solidFill>
              </a:rPr>
              <a:t>Key-Value </a:t>
            </a:r>
            <a:r>
              <a:rPr lang="en-US" sz="2800" dirty="0">
                <a:solidFill>
                  <a:schemeClr val="accent4"/>
                </a:solidFill>
              </a:rPr>
              <a:t>Stores and Map-Reduce Framework </a:t>
            </a:r>
            <a:endParaRPr lang="en-US" sz="2800" dirty="0">
              <a:solidFill>
                <a:schemeClr val="accent4"/>
              </a:solidFill>
              <a:hlinkClick r:id="rId6">
                <a:extLst>
                  <a:ext uri="{A12FA001-AC4F-418D-AE19-62706E023703}">
                    <ahyp:hlinkClr xmlns:ahyp="http://schemas.microsoft.com/office/drawing/2018/hyperlinkcolor" xmlns="" val="tx"/>
                  </a:ext>
                </a:extLst>
              </a:hlinkClick>
            </a:endParaRPr>
          </a:p>
          <a:p>
            <a:endParaRPr lang="en-IN" sz="2800" dirty="0">
              <a:hlinkClick r:id="rId6">
                <a:extLst>
                  <a:ext uri="{A12FA001-AC4F-418D-AE19-62706E023703}">
                    <ahyp:hlinkClr xmlns:ahyp="http://schemas.microsoft.com/office/drawing/2018/hyperlinkcolor" xmlns="" val="tx"/>
                  </a:ext>
                </a:extLst>
              </a:hlinkClick>
            </a:endParaRPr>
          </a:p>
          <a:p>
            <a:r>
              <a:rPr lang="en-IN" dirty="0"/>
              <a:t/>
            </a:r>
            <a:br>
              <a:rPr lang="en-IN" dirty="0"/>
            </a:br>
            <a:endParaRPr lang="en-IN" dirty="0"/>
          </a:p>
        </p:txBody>
      </p:sp>
      <p:sp>
        <p:nvSpPr>
          <p:cNvPr id="11" name="Subtitle 2">
            <a:extLst>
              <a:ext uri="{FF2B5EF4-FFF2-40B4-BE49-F238E27FC236}">
                <a16:creationId xmlns:a16="http://schemas.microsoft.com/office/drawing/2014/main" id="{767D772C-CE7C-4E6F-8FFF-BDAD62483336}"/>
              </a:ext>
            </a:extLst>
          </p:cNvPr>
          <p:cNvSpPr txBox="1">
            <a:spLocks/>
          </p:cNvSpPr>
          <p:nvPr/>
        </p:nvSpPr>
        <p:spPr bwMode="auto">
          <a:xfrm>
            <a:off x="706474" y="5613718"/>
            <a:ext cx="7772400" cy="89962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normAutofit fontScale="92500" lnSpcReduction="20000"/>
          </a:bodyPr>
          <a:lst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Bookman Old Style" panose="02050604050505020204" pitchFamily="18" charset="0"/>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Bookman Old Style" panose="02050604050505020204" pitchFamily="18" charset="0"/>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Bookman Old Style" panose="02050604050505020204" pitchFamily="18" charset="0"/>
              </a:defRPr>
            </a:lvl3pPr>
            <a:lvl4pPr marL="12858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4pPr>
            <a:lvl5pPr marL="16287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a:lstStyle>
          <a:p>
            <a:pPr marL="0" indent="0" algn="ctr">
              <a:lnSpc>
                <a:spcPct val="120000"/>
              </a:lnSpc>
              <a:spcBef>
                <a:spcPts val="0"/>
              </a:spcBef>
              <a:buNone/>
            </a:pPr>
            <a:r>
              <a:rPr lang="en-IN" sz="2000" kern="0" dirty="0"/>
              <a:t>Department of Computer Science Engineering</a:t>
            </a:r>
          </a:p>
          <a:p>
            <a:pPr marL="0" indent="0" algn="ctr">
              <a:lnSpc>
                <a:spcPct val="120000"/>
              </a:lnSpc>
              <a:spcBef>
                <a:spcPts val="0"/>
              </a:spcBef>
              <a:buNone/>
            </a:pPr>
            <a:r>
              <a:rPr lang="en-IN" sz="3600" kern="0" dirty="0"/>
              <a:t>School of Engineering</a:t>
            </a:r>
          </a:p>
        </p:txBody>
      </p:sp>
    </p:spTree>
    <p:extLst>
      <p:ext uri="{BB962C8B-B14F-4D97-AF65-F5344CB8AC3E}">
        <p14:creationId xmlns:p14="http://schemas.microsoft.com/office/powerpoint/2010/main" val="3470910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 </a:t>
            </a:r>
            <a:r>
              <a:rPr lang="en-GB" dirty="0"/>
              <a:t>3</a:t>
            </a:r>
            <a:r>
              <a:rPr lang="en-GB" dirty="0" smtClean="0"/>
              <a:t> </a:t>
            </a:r>
            <a:r>
              <a:rPr lang="en-GB" dirty="0"/>
              <a:t>: </a:t>
            </a:r>
            <a:r>
              <a:rPr lang="en-US" dirty="0"/>
              <a:t>Key-Value Stores and Map-Reduce Framework </a:t>
            </a:r>
            <a:endParaRPr lang="en-IN" dirty="0"/>
          </a:p>
        </p:txBody>
      </p:sp>
      <p:sp>
        <p:nvSpPr>
          <p:cNvPr id="3" name="Content Placeholder 2"/>
          <p:cNvSpPr>
            <a:spLocks noGrp="1"/>
          </p:cNvSpPr>
          <p:nvPr>
            <p:ph idx="1"/>
          </p:nvPr>
        </p:nvSpPr>
        <p:spPr>
          <a:xfrm>
            <a:off x="457200" y="1110762"/>
            <a:ext cx="8229600" cy="4909038"/>
          </a:xfrm>
        </p:spPr>
        <p:txBody>
          <a:bodyPr/>
          <a:lstStyle/>
          <a:p>
            <a:pPr marL="0" indent="0" algn="just">
              <a:buNone/>
            </a:pPr>
            <a:r>
              <a:rPr lang="en-IN" sz="2000" b="1" dirty="0" smtClean="0"/>
              <a:t>Map-Reduce</a:t>
            </a:r>
            <a:r>
              <a:rPr lang="en-IN" sz="2000" dirty="0"/>
              <a:t>, Basic Map-Reduce, Partitioning and Combining, Composing Map-Reduce Calculations, A Two Stage Map-Reduce Example, Incremental </a:t>
            </a:r>
            <a:r>
              <a:rPr lang="en-IN" sz="2000" dirty="0" smtClean="0"/>
              <a:t>Map-Reduce.  </a:t>
            </a:r>
            <a:r>
              <a:rPr lang="en-IN" sz="2000" b="1" dirty="0"/>
              <a:t>Key-Value Databases</a:t>
            </a:r>
            <a:r>
              <a:rPr lang="en-IN" sz="2000" dirty="0"/>
              <a:t>, What Is a Key-Value Store, Key-Value Store Features, Consistency, Transactions, Query Features, Structure of Data, Scaling, Suitable Use Cases, Storing Session Information, User Profiles, Preference, Shopping Cart Data, When Not to Use, Relationships among Data, Multi operation Transactions, Query by Data, Operations by Sets. </a:t>
            </a:r>
          </a:p>
          <a:p>
            <a:pPr marL="0" indent="0" algn="just">
              <a:buNone/>
            </a:pPr>
            <a:r>
              <a:rPr lang="en-IN" sz="2000" dirty="0"/>
              <a:t>	</a:t>
            </a:r>
          </a:p>
        </p:txBody>
      </p:sp>
      <p:sp>
        <p:nvSpPr>
          <p:cNvPr id="4" name="Footer Placeholder 3"/>
          <p:cNvSpPr>
            <a:spLocks noGrp="1"/>
          </p:cNvSpPr>
          <p:nvPr>
            <p:ph type="ftr" sz="quarter" idx="11"/>
          </p:nvPr>
        </p:nvSpPr>
        <p:spPr/>
        <p:txBody>
          <a:bodyPr/>
          <a:lstStyle/>
          <a:p>
            <a:r>
              <a:rPr lang="en-US" dirty="0" smtClean="0"/>
              <a:t>CSE3513 </a:t>
            </a:r>
            <a:r>
              <a:rPr lang="en-US" dirty="0"/>
              <a:t>NoSQL </a:t>
            </a:r>
            <a:r>
              <a:rPr lang="en-US" dirty="0" smtClean="0"/>
              <a:t>Data Management</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0972649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CSE2024 NoSQL Databases</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
        <p:nvSpPr>
          <p:cNvPr id="4" name="Rectangle 3"/>
          <p:cNvSpPr/>
          <p:nvPr/>
        </p:nvSpPr>
        <p:spPr>
          <a:xfrm>
            <a:off x="609600" y="2362200"/>
            <a:ext cx="7620000" cy="3416320"/>
          </a:xfrm>
          <a:prstGeom prst="rect">
            <a:avLst/>
          </a:prstGeom>
        </p:spPr>
        <p:txBody>
          <a:bodyPr wrap="square">
            <a:spAutoFit/>
          </a:bodyPr>
          <a:lstStyle/>
          <a:p>
            <a:pPr algn="ctr"/>
            <a:r>
              <a:rPr lang="en-IN" sz="3600" b="1" dirty="0" smtClean="0"/>
              <a:t>Understanding Map-Reduce</a:t>
            </a:r>
          </a:p>
          <a:p>
            <a:pPr algn="ctr"/>
            <a:endParaRPr lang="en-IN" sz="3600" b="1" dirty="0" smtClean="0"/>
          </a:p>
          <a:p>
            <a:pPr algn="ctr"/>
            <a:r>
              <a:rPr lang="en-US" sz="3600" dirty="0"/>
              <a:t>How Computers Work Together to Handle Big Data</a:t>
            </a:r>
          </a:p>
          <a:p>
            <a:endParaRPr lang="en-IN" sz="3600" b="1" dirty="0" smtClean="0"/>
          </a:p>
          <a:p>
            <a:endParaRPr lang="en-IN" sz="3600" b="1" dirty="0"/>
          </a:p>
        </p:txBody>
      </p:sp>
    </p:spTree>
    <p:extLst>
      <p:ext uri="{BB962C8B-B14F-4D97-AF65-F5344CB8AC3E}">
        <p14:creationId xmlns:p14="http://schemas.microsoft.com/office/powerpoint/2010/main" val="9169432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Do We Need Map-Reduce?</a:t>
            </a:r>
          </a:p>
        </p:txBody>
      </p:sp>
      <p:sp>
        <p:nvSpPr>
          <p:cNvPr id="3" name="Content Placeholder 2"/>
          <p:cNvSpPr>
            <a:spLocks noGrp="1"/>
          </p:cNvSpPr>
          <p:nvPr>
            <p:ph idx="1"/>
          </p:nvPr>
        </p:nvSpPr>
        <p:spPr/>
        <p:txBody>
          <a:bodyPr/>
          <a:lstStyle/>
          <a:p>
            <a:endParaRPr dirty="0"/>
          </a:p>
          <a:p>
            <a:pPr>
              <a:spcAft>
                <a:spcPts val="1000"/>
              </a:spcAft>
              <a:defRPr sz="2000"/>
            </a:pPr>
            <a:r>
              <a:rPr dirty="0"/>
              <a:t>When we have a lot of data, one computer can’t handle it all.</a:t>
            </a:r>
          </a:p>
          <a:p>
            <a:pPr>
              <a:spcAft>
                <a:spcPts val="1000"/>
              </a:spcAft>
              <a:defRPr sz="2000"/>
            </a:pPr>
            <a:r>
              <a:rPr dirty="0"/>
              <a:t>So we use many computers (a cluster) to share the work.</a:t>
            </a:r>
          </a:p>
          <a:p>
            <a:pPr>
              <a:spcAft>
                <a:spcPts val="1000"/>
              </a:spcAft>
              <a:defRPr sz="2000"/>
            </a:pPr>
            <a:r>
              <a:rPr dirty="0"/>
              <a:t>Map-Reduce helps make these computers work together efficiently.</a:t>
            </a:r>
          </a:p>
        </p:txBody>
      </p:sp>
    </p:spTree>
    <p:extLst>
      <p:ext uri="{BB962C8B-B14F-4D97-AF65-F5344CB8AC3E}">
        <p14:creationId xmlns:p14="http://schemas.microsoft.com/office/powerpoint/2010/main" val="25775100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Map-Reduce?</a:t>
            </a:r>
          </a:p>
        </p:txBody>
      </p:sp>
      <p:sp>
        <p:nvSpPr>
          <p:cNvPr id="3" name="Content Placeholder 2"/>
          <p:cNvSpPr>
            <a:spLocks noGrp="1"/>
          </p:cNvSpPr>
          <p:nvPr>
            <p:ph idx="1"/>
          </p:nvPr>
        </p:nvSpPr>
        <p:spPr/>
        <p:txBody>
          <a:bodyPr/>
          <a:lstStyle/>
          <a:p>
            <a:endParaRPr dirty="0"/>
          </a:p>
          <a:p>
            <a:pPr>
              <a:spcAft>
                <a:spcPts val="1000"/>
              </a:spcAft>
              <a:defRPr sz="2000"/>
            </a:pPr>
            <a:r>
              <a:rPr dirty="0"/>
              <a:t>Map-Reduce is a method used by big companies like Google to handle huge amounts of data.</a:t>
            </a:r>
          </a:p>
          <a:p>
            <a:pPr marL="0" indent="0">
              <a:spcAft>
                <a:spcPts val="1000"/>
              </a:spcAft>
              <a:buNone/>
              <a:defRPr sz="2000"/>
            </a:pPr>
            <a:r>
              <a:rPr dirty="0"/>
              <a:t>It has two main parts:</a:t>
            </a:r>
          </a:p>
          <a:p>
            <a:pPr marL="0" indent="0">
              <a:spcAft>
                <a:spcPts val="1000"/>
              </a:spcAft>
              <a:buNone/>
              <a:defRPr sz="2000"/>
            </a:pPr>
            <a:r>
              <a:rPr dirty="0"/>
              <a:t>1. Map – Break the big job into small parts.</a:t>
            </a:r>
          </a:p>
          <a:p>
            <a:pPr marL="0" indent="0">
              <a:spcAft>
                <a:spcPts val="1000"/>
              </a:spcAft>
              <a:buNone/>
              <a:defRPr sz="2000"/>
            </a:pPr>
            <a:r>
              <a:rPr dirty="0"/>
              <a:t>2. Reduce – Combine all the small results into one final answer.</a:t>
            </a:r>
          </a:p>
          <a:p>
            <a:pPr marL="0" indent="0">
              <a:spcAft>
                <a:spcPts val="1000"/>
              </a:spcAft>
              <a:buNone/>
              <a:defRPr sz="2000"/>
            </a:pPr>
            <a:r>
              <a:rPr dirty="0"/>
              <a:t>Example: Everyone counts their apples (Map), and the teacher adds them up (Reduce</a:t>
            </a:r>
            <a:r>
              <a:rPr dirty="0" smtClean="0"/>
              <a:t>).</a:t>
            </a:r>
            <a:endParaRPr lang="en-US" dirty="0" smtClean="0"/>
          </a:p>
          <a:p>
            <a:pPr>
              <a:spcAft>
                <a:spcPts val="1000"/>
              </a:spcAft>
              <a:defRPr sz="2000"/>
            </a:pPr>
            <a:endParaRPr dirty="0"/>
          </a:p>
        </p:txBody>
      </p:sp>
    </p:spTree>
    <p:extLst>
      <p:ext uri="{BB962C8B-B14F-4D97-AF65-F5344CB8AC3E}">
        <p14:creationId xmlns:p14="http://schemas.microsoft.com/office/powerpoint/2010/main" val="2814903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of MAP REDUCE</a:t>
            </a:r>
            <a:endParaRPr lang="en-IN" dirty="0"/>
          </a:p>
        </p:txBody>
      </p:sp>
      <p:pic>
        <p:nvPicPr>
          <p:cNvPr id="1026" name="Picture 2" descr="MapReduce - Introduc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7850" y="2082006"/>
            <a:ext cx="5448300" cy="3562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324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Step 1: Map (Divide and Work in Parallel)</a:t>
            </a:r>
          </a:p>
        </p:txBody>
      </p:sp>
      <p:sp>
        <p:nvSpPr>
          <p:cNvPr id="3" name="Content Placeholder 2"/>
          <p:cNvSpPr>
            <a:spLocks noGrp="1"/>
          </p:cNvSpPr>
          <p:nvPr>
            <p:ph idx="1"/>
          </p:nvPr>
        </p:nvSpPr>
        <p:spPr/>
        <p:txBody>
          <a:bodyPr/>
          <a:lstStyle/>
          <a:p>
            <a:endParaRPr dirty="0"/>
          </a:p>
          <a:p>
            <a:pPr>
              <a:spcAft>
                <a:spcPts val="1000"/>
              </a:spcAft>
              <a:defRPr sz="2000"/>
            </a:pPr>
            <a:r>
              <a:rPr dirty="0"/>
              <a:t>Each computer takes one small piece of data (like an order record).</a:t>
            </a:r>
          </a:p>
          <a:p>
            <a:pPr>
              <a:spcAft>
                <a:spcPts val="1000"/>
              </a:spcAft>
              <a:defRPr sz="2000"/>
            </a:pPr>
            <a:r>
              <a:rPr dirty="0"/>
              <a:t>It looks for key information like product name, price, and quantity.</a:t>
            </a:r>
          </a:p>
          <a:p>
            <a:pPr>
              <a:spcAft>
                <a:spcPts val="1000"/>
              </a:spcAft>
              <a:defRPr sz="2000"/>
            </a:pPr>
            <a:r>
              <a:rPr dirty="0"/>
              <a:t>It sends this as a key-value pair such as tea → {price: $26, quantity: 8}.</a:t>
            </a:r>
          </a:p>
        </p:txBody>
      </p:sp>
    </p:spTree>
    <p:extLst>
      <p:ext uri="{BB962C8B-B14F-4D97-AF65-F5344CB8AC3E}">
        <p14:creationId xmlns:p14="http://schemas.microsoft.com/office/powerpoint/2010/main" val="101600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976312" y="2005806"/>
            <a:ext cx="7191375" cy="3714750"/>
          </a:xfrm>
          <a:prstGeom prst="rect">
            <a:avLst/>
          </a:prstGeom>
        </p:spPr>
      </p:pic>
    </p:spTree>
    <p:extLst>
      <p:ext uri="{BB962C8B-B14F-4D97-AF65-F5344CB8AC3E}">
        <p14:creationId xmlns:p14="http://schemas.microsoft.com/office/powerpoint/2010/main" val="1179161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Step 2: Reduce (Combine the Results)</a:t>
            </a:r>
          </a:p>
        </p:txBody>
      </p:sp>
      <p:sp>
        <p:nvSpPr>
          <p:cNvPr id="3" name="Content Placeholder 2"/>
          <p:cNvSpPr>
            <a:spLocks noGrp="1"/>
          </p:cNvSpPr>
          <p:nvPr>
            <p:ph idx="1"/>
          </p:nvPr>
        </p:nvSpPr>
        <p:spPr/>
        <p:txBody>
          <a:bodyPr/>
          <a:lstStyle/>
          <a:p>
            <a:endParaRPr/>
          </a:p>
          <a:p>
            <a:pPr>
              <a:spcAft>
                <a:spcPts val="1000"/>
              </a:spcAft>
              <a:defRPr sz="2000"/>
            </a:pPr>
            <a:r>
              <a:t>The Reduce function collects all pairs with the same key (same product).</a:t>
            </a:r>
          </a:p>
          <a:p>
            <a:pPr>
              <a:spcAft>
                <a:spcPts val="1000"/>
              </a:spcAft>
              <a:defRPr sz="2000"/>
            </a:pPr>
            <a:r>
              <a:t>It adds up all their prices and quantities to get the total.</a:t>
            </a:r>
          </a:p>
          <a:p>
            <a:pPr>
              <a:spcAft>
                <a:spcPts val="1000"/>
              </a:spcAft>
              <a:defRPr sz="2000"/>
            </a:pPr>
            <a:r>
              <a:t>Example: Prices = $26, $36, $44 → Total $106; Quantities = 8, 12, 14 → Total 34.</a:t>
            </a:r>
          </a:p>
        </p:txBody>
      </p:sp>
      <p:pic>
        <p:nvPicPr>
          <p:cNvPr id="4" name="Picture 3" descr="Figure 7.2.PNG"/>
          <p:cNvPicPr>
            <a:picLocks noChangeAspect="1"/>
          </p:cNvPicPr>
          <p:nvPr/>
        </p:nvPicPr>
        <p:blipFill>
          <a:blip r:embed="rId2"/>
          <a:stretch>
            <a:fillRect/>
          </a:stretch>
        </p:blipFill>
        <p:spPr>
          <a:xfrm>
            <a:off x="914400" y="3863181"/>
            <a:ext cx="7315200" cy="2743200"/>
          </a:xfrm>
          <a:prstGeom prst="rect">
            <a:avLst/>
          </a:prstGeom>
        </p:spPr>
      </p:pic>
    </p:spTree>
    <p:extLst>
      <p:ext uri="{BB962C8B-B14F-4D97-AF65-F5344CB8AC3E}">
        <p14:creationId xmlns:p14="http://schemas.microsoft.com/office/powerpoint/2010/main" val="2186936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It Works Together</a:t>
            </a:r>
          </a:p>
        </p:txBody>
      </p:sp>
      <p:sp>
        <p:nvSpPr>
          <p:cNvPr id="3" name="Content Placeholder 2"/>
          <p:cNvSpPr>
            <a:spLocks noGrp="1"/>
          </p:cNvSpPr>
          <p:nvPr>
            <p:ph idx="1"/>
          </p:nvPr>
        </p:nvSpPr>
        <p:spPr/>
        <p:txBody>
          <a:bodyPr/>
          <a:lstStyle/>
          <a:p>
            <a:endParaRPr dirty="0"/>
          </a:p>
          <a:p>
            <a:pPr marL="0" indent="0">
              <a:spcAft>
                <a:spcPts val="1000"/>
              </a:spcAft>
              <a:buNone/>
              <a:defRPr sz="2000"/>
            </a:pPr>
            <a:r>
              <a:rPr dirty="0"/>
              <a:t>1. Data is stored on many computers.</a:t>
            </a:r>
          </a:p>
          <a:p>
            <a:pPr marL="0" indent="0">
              <a:spcAft>
                <a:spcPts val="1000"/>
              </a:spcAft>
              <a:buNone/>
              <a:defRPr sz="2000"/>
            </a:pPr>
            <a:r>
              <a:rPr dirty="0"/>
              <a:t>2. Each runs the Map function on its data.</a:t>
            </a:r>
          </a:p>
          <a:p>
            <a:pPr marL="0" indent="0">
              <a:spcAft>
                <a:spcPts val="1000"/>
              </a:spcAft>
              <a:buNone/>
              <a:defRPr sz="2000"/>
            </a:pPr>
            <a:r>
              <a:rPr dirty="0"/>
              <a:t>3. Results go to a central computer for the Reduce function.</a:t>
            </a:r>
          </a:p>
          <a:p>
            <a:pPr marL="0" indent="0">
              <a:spcAft>
                <a:spcPts val="1000"/>
              </a:spcAft>
              <a:buNone/>
              <a:defRPr sz="2000"/>
            </a:pPr>
            <a:r>
              <a:rPr dirty="0"/>
              <a:t>4. Final combined result is obtained efficiently!</a:t>
            </a:r>
          </a:p>
        </p:txBody>
      </p:sp>
    </p:spTree>
    <p:extLst>
      <p:ext uri="{BB962C8B-B14F-4D97-AF65-F5344CB8AC3E}">
        <p14:creationId xmlns:p14="http://schemas.microsoft.com/office/powerpoint/2010/main" val="1220186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Real-Life Example – Counting YouTube Views</a:t>
            </a:r>
          </a:p>
        </p:txBody>
      </p:sp>
      <p:sp>
        <p:nvSpPr>
          <p:cNvPr id="3" name="Content Placeholder 2"/>
          <p:cNvSpPr>
            <a:spLocks noGrp="1"/>
          </p:cNvSpPr>
          <p:nvPr>
            <p:ph idx="1"/>
          </p:nvPr>
        </p:nvSpPr>
        <p:spPr/>
        <p:txBody>
          <a:bodyPr/>
          <a:lstStyle/>
          <a:p>
            <a:endParaRPr dirty="0"/>
          </a:p>
          <a:p>
            <a:pPr>
              <a:spcAft>
                <a:spcPts val="1000"/>
              </a:spcAft>
              <a:defRPr sz="2000"/>
            </a:pPr>
            <a:r>
              <a:rPr dirty="0"/>
              <a:t>Each computer counts video views in one region (Map).</a:t>
            </a:r>
          </a:p>
          <a:p>
            <a:pPr>
              <a:spcAft>
                <a:spcPts val="1000"/>
              </a:spcAft>
              <a:defRPr sz="2000"/>
            </a:pPr>
            <a:r>
              <a:rPr dirty="0"/>
              <a:t>All results are added up to find total global views (Reduce).</a:t>
            </a:r>
          </a:p>
          <a:p>
            <a:pPr>
              <a:spcAft>
                <a:spcPts val="1000"/>
              </a:spcAft>
              <a:defRPr sz="2000"/>
            </a:pPr>
            <a:r>
              <a:rPr dirty="0"/>
              <a:t>This helps count billions of views quickly!</a:t>
            </a:r>
          </a:p>
        </p:txBody>
      </p:sp>
    </p:spTree>
    <p:extLst>
      <p:ext uri="{BB962C8B-B14F-4D97-AF65-F5344CB8AC3E}">
        <p14:creationId xmlns:p14="http://schemas.microsoft.com/office/powerpoint/2010/main" val="1604449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endParaRPr/>
          </a:p>
          <a:p>
            <a:pPr>
              <a:spcAft>
                <a:spcPts val="1000"/>
              </a:spcAft>
              <a:defRPr sz="2000"/>
            </a:pPr>
            <a:r>
              <a:t>Map: Divide big data into smaller parts and process them in parallel.</a:t>
            </a:r>
          </a:p>
          <a:p>
            <a:pPr>
              <a:spcAft>
                <a:spcPts val="1000"/>
              </a:spcAft>
              <a:defRPr sz="2000"/>
            </a:pPr>
            <a:r>
              <a:t>Reduce: Combine all results into one final output.</a:t>
            </a:r>
          </a:p>
          <a:p>
            <a:pPr>
              <a:spcAft>
                <a:spcPts val="1000"/>
              </a:spcAft>
              <a:defRPr sz="2000"/>
            </a:pPr>
            <a:r>
              <a:t>Map-Reduce helps computers work together efficiently!</a:t>
            </a:r>
          </a:p>
        </p:txBody>
      </p:sp>
    </p:spTree>
    <p:extLst>
      <p:ext uri="{BB962C8B-B14F-4D97-AF65-F5344CB8AC3E}">
        <p14:creationId xmlns:p14="http://schemas.microsoft.com/office/powerpoint/2010/main" val="1937339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CSE3513 NO SQL DBMS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
        <p:nvSpPr>
          <p:cNvPr id="4" name="Rectangle 3"/>
          <p:cNvSpPr/>
          <p:nvPr/>
        </p:nvSpPr>
        <p:spPr>
          <a:xfrm>
            <a:off x="609600" y="2362200"/>
            <a:ext cx="7620000" cy="3416320"/>
          </a:xfrm>
          <a:prstGeom prst="rect">
            <a:avLst/>
          </a:prstGeom>
        </p:spPr>
        <p:txBody>
          <a:bodyPr wrap="square">
            <a:spAutoFit/>
          </a:bodyPr>
          <a:lstStyle/>
          <a:p>
            <a:pPr algn="ctr"/>
            <a:r>
              <a:rPr lang="en-IN" sz="3600" b="1" dirty="0" smtClean="0"/>
              <a:t>Understanding Map-Reduce</a:t>
            </a:r>
          </a:p>
          <a:p>
            <a:pPr algn="ctr"/>
            <a:endParaRPr lang="en-IN" sz="3600" b="1" dirty="0" smtClean="0"/>
          </a:p>
          <a:p>
            <a:pPr algn="ctr">
              <a:defRPr sz="2000"/>
            </a:pPr>
            <a:r>
              <a:rPr lang="en-US" sz="3600" dirty="0"/>
              <a:t>Partitioning, Combining, and Reducing Made Easy</a:t>
            </a:r>
          </a:p>
          <a:p>
            <a:endParaRPr lang="en-IN" sz="3600" b="1" dirty="0" smtClean="0"/>
          </a:p>
          <a:p>
            <a:endParaRPr lang="en-IN" sz="3600" b="1" dirty="0"/>
          </a:p>
        </p:txBody>
      </p:sp>
    </p:spTree>
    <p:extLst>
      <p:ext uri="{BB962C8B-B14F-4D97-AF65-F5344CB8AC3E}">
        <p14:creationId xmlns:p14="http://schemas.microsoft.com/office/powerpoint/2010/main" val="35395961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CSE3513 NO SQL DBMS</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pic>
        <p:nvPicPr>
          <p:cNvPr id="4" name="Picture 3" descr="Figure 7.3.PNG"/>
          <p:cNvPicPr>
            <a:picLocks noChangeAspect="1"/>
          </p:cNvPicPr>
          <p:nvPr/>
        </p:nvPicPr>
        <p:blipFill>
          <a:blip r:embed="rId2"/>
          <a:stretch>
            <a:fillRect/>
          </a:stretch>
        </p:blipFill>
        <p:spPr>
          <a:xfrm>
            <a:off x="-1" y="1295401"/>
            <a:ext cx="8720807" cy="5060952"/>
          </a:xfrm>
          <a:prstGeom prst="rect">
            <a:avLst/>
          </a:prstGeom>
        </p:spPr>
      </p:pic>
      <p:sp>
        <p:nvSpPr>
          <p:cNvPr id="5" name="Rectangle 4"/>
          <p:cNvSpPr/>
          <p:nvPr/>
        </p:nvSpPr>
        <p:spPr>
          <a:xfrm>
            <a:off x="685800" y="533400"/>
            <a:ext cx="4191000" cy="523220"/>
          </a:xfrm>
          <a:prstGeom prst="rect">
            <a:avLst/>
          </a:prstGeom>
        </p:spPr>
        <p:txBody>
          <a:bodyPr wrap="square">
            <a:spAutoFit/>
          </a:bodyPr>
          <a:lstStyle/>
          <a:p>
            <a:r>
              <a:rPr lang="en-IN" sz="2800" b="1" dirty="0">
                <a:latin typeface="Bookman Old Style" panose="02050604050505020204" pitchFamily="18" charset="0"/>
                <a:ea typeface="+mj-ea"/>
                <a:cs typeface="+mj-cs"/>
              </a:rPr>
              <a:t>Example of Reduce</a:t>
            </a:r>
          </a:p>
        </p:txBody>
      </p:sp>
    </p:spTree>
    <p:extLst>
      <p:ext uri="{BB962C8B-B14F-4D97-AF65-F5344CB8AC3E}">
        <p14:creationId xmlns:p14="http://schemas.microsoft.com/office/powerpoint/2010/main" val="412080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Map Step (Splitting Work)</a:t>
            </a:r>
            <a:endParaRPr dirty="0"/>
          </a:p>
        </p:txBody>
      </p:sp>
      <p:sp>
        <p:nvSpPr>
          <p:cNvPr id="9" name="Rectangle 4"/>
          <p:cNvSpPr>
            <a:spLocks noGrp="1" noChangeArrowheads="1"/>
          </p:cNvSpPr>
          <p:nvPr>
            <p:ph idx="1"/>
          </p:nvPr>
        </p:nvSpPr>
        <p:spPr bwMode="auto">
          <a:xfrm>
            <a:off x="457200" y="1219200"/>
            <a:ext cx="8001000"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Each mapper processes a portion of this input data (like dividing work among multiple computers</a:t>
            </a:r>
            <a:r>
              <a:rPr lang="en-US" altLang="en-US" sz="2000" dirty="0" smtClean="0"/>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t>Mapper 1 might process: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a:t>puerh</a:t>
            </a:r>
            <a:r>
              <a:rPr lang="en-US" altLang="en-US" sz="2000" dirty="0"/>
              <a:t> </a:t>
            </a:r>
            <a:r>
              <a:rPr lang="en-US" altLang="en-US" sz="2000" dirty="0" smtClean="0"/>
              <a:t>26</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smtClean="0"/>
              <a:t>genmaicha</a:t>
            </a:r>
            <a:r>
              <a:rPr lang="en-US" altLang="en-US" sz="2000" dirty="0" smtClean="0"/>
              <a:t> </a:t>
            </a:r>
            <a:r>
              <a:rPr lang="en-US" altLang="en-US" sz="2000" dirty="0"/>
              <a:t>12 </a:t>
            </a:r>
            <a:endParaRPr lang="en-US" altLang="en-US" sz="2000" dirty="0" smtClean="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smtClean="0"/>
              <a:t>dragonwell</a:t>
            </a:r>
            <a:r>
              <a:rPr lang="en-US" altLang="en-US" sz="2000" dirty="0" smtClean="0"/>
              <a:t> </a:t>
            </a:r>
            <a:r>
              <a:rPr lang="en-US" altLang="en-US" sz="2000" dirty="0"/>
              <a:t>18 </a:t>
            </a:r>
            <a:endParaRPr lang="en-US" altLang="en-US" sz="2000" dirty="0" smtClean="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smtClean="0"/>
              <a:t>dragonwell</a:t>
            </a:r>
            <a:r>
              <a:rPr lang="en-US" altLang="en-US" sz="2000" dirty="0" smtClean="0"/>
              <a:t> </a:t>
            </a:r>
            <a:r>
              <a:rPr lang="en-US" altLang="en-US" sz="2000" dirty="0"/>
              <a:t>13 </a:t>
            </a:r>
            <a:endParaRPr lang="en-US" altLang="en-US" sz="2000" dirty="0" smtClean="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smtClean="0"/>
              <a:t>puerh</a:t>
            </a:r>
            <a:r>
              <a:rPr lang="en-US" altLang="en-US" sz="2000" dirty="0" smtClean="0"/>
              <a:t> </a:t>
            </a:r>
            <a:r>
              <a:rPr lang="en-US" altLang="en-US" sz="2000" dirty="0"/>
              <a:t>36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t>Mapper 2 might process: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a:t>genmaicha</a:t>
            </a:r>
            <a:r>
              <a:rPr lang="en-US" altLang="en-US" sz="2000" dirty="0"/>
              <a:t> 18 </a:t>
            </a:r>
            <a:endParaRPr lang="en-US" altLang="en-US" sz="2000" dirty="0" smtClean="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smtClean="0"/>
              <a:t>genmaicha</a:t>
            </a:r>
            <a:r>
              <a:rPr lang="en-US" altLang="en-US" sz="2000" dirty="0" smtClean="0"/>
              <a:t> </a:t>
            </a:r>
            <a:r>
              <a:rPr lang="en-US" altLang="en-US" sz="2000" dirty="0"/>
              <a:t>10 </a:t>
            </a:r>
            <a:endParaRPr lang="en-US" altLang="en-US" sz="2000" dirty="0" smtClean="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smtClean="0"/>
              <a:t>dragonwell</a:t>
            </a:r>
            <a:r>
              <a:rPr lang="en-US" altLang="en-US" sz="2000" dirty="0" smtClean="0"/>
              <a:t> </a:t>
            </a:r>
            <a:r>
              <a:rPr lang="en-US" altLang="en-US" sz="2000" dirty="0"/>
              <a:t>38 </a:t>
            </a:r>
            <a:endParaRPr lang="en-US" altLang="en-US" sz="2000" dirty="0" smtClean="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smtClean="0"/>
              <a:t>hojicha</a:t>
            </a:r>
            <a:r>
              <a:rPr lang="en-US" altLang="en-US" sz="2000" dirty="0" smtClean="0"/>
              <a:t> </a:t>
            </a:r>
            <a:r>
              <a:rPr lang="en-US" altLang="en-US" sz="2000" dirty="0"/>
              <a:t>9 </a:t>
            </a:r>
            <a:endParaRPr lang="en-US" altLang="en-US" sz="2000" dirty="0" smtClean="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err="1" smtClean="0"/>
              <a:t>puerh</a:t>
            </a:r>
            <a:r>
              <a:rPr lang="en-US" altLang="en-US" sz="2000" dirty="0" smtClean="0"/>
              <a:t> </a:t>
            </a:r>
            <a:r>
              <a:rPr lang="en-US" altLang="en-US" sz="2000" dirty="0"/>
              <a:t>44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4661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Shuffle &amp; Sort Step (Grouping by Key)</a:t>
            </a:r>
            <a:endParaRPr lang="en-IN" dirty="0"/>
          </a:p>
        </p:txBody>
      </p:sp>
      <p:sp>
        <p:nvSpPr>
          <p:cNvPr id="4" name="Footer Placeholder 3"/>
          <p:cNvSpPr>
            <a:spLocks noGrp="1"/>
          </p:cNvSpPr>
          <p:nvPr>
            <p:ph type="ftr" sz="quarter" idx="11"/>
          </p:nvPr>
        </p:nvSpPr>
        <p:spPr/>
        <p:txBody>
          <a:bodyPr/>
          <a:lstStyle/>
          <a:p>
            <a:r>
              <a:rPr lang="en-US" dirty="0"/>
              <a:t>CSE3513 NO SQL DBMS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6" name="Rectangle 1"/>
          <p:cNvSpPr>
            <a:spLocks noGrp="1" noChangeArrowheads="1"/>
          </p:cNvSpPr>
          <p:nvPr>
            <p:ph idx="1"/>
          </p:nvPr>
        </p:nvSpPr>
        <p:spPr bwMode="auto">
          <a:xfrm>
            <a:off x="304800" y="1293912"/>
            <a:ext cx="79248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Now, the </a:t>
            </a:r>
            <a:r>
              <a:rPr lang="en-US" altLang="en-US" sz="2000" dirty="0" err="1"/>
              <a:t>MapReduce</a:t>
            </a:r>
            <a:r>
              <a:rPr lang="en-US" altLang="en-US" sz="2000" dirty="0"/>
              <a:t> system automatically groups together all pairs with the same key (tea name), no matter which mapper they came from.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So all </a:t>
            </a:r>
            <a:r>
              <a:rPr lang="en-US" altLang="en-US" sz="2000" dirty="0" err="1"/>
              <a:t>puerh</a:t>
            </a:r>
            <a:r>
              <a:rPr lang="en-US" altLang="en-US" sz="2000" dirty="0"/>
              <a:t> values go together, all </a:t>
            </a:r>
            <a:r>
              <a:rPr lang="en-US" altLang="en-US" sz="2000" dirty="0" err="1"/>
              <a:t>dragonwell</a:t>
            </a:r>
            <a:r>
              <a:rPr lang="en-US" altLang="en-US" sz="2000" dirty="0"/>
              <a:t> values go together, etc.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It rearranges them like this</a:t>
            </a:r>
            <a:r>
              <a:rPr lang="en-US" altLang="en-US" sz="2000" dirty="0" smtClean="0"/>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p:txBody>
      </p:sp>
      <p:pic>
        <p:nvPicPr>
          <p:cNvPr id="7" name="Picture 6"/>
          <p:cNvPicPr>
            <a:picLocks noChangeAspect="1"/>
          </p:cNvPicPr>
          <p:nvPr/>
        </p:nvPicPr>
        <p:blipFill>
          <a:blip r:embed="rId2"/>
          <a:stretch>
            <a:fillRect/>
          </a:stretch>
        </p:blipFill>
        <p:spPr>
          <a:xfrm>
            <a:off x="304800" y="3276601"/>
            <a:ext cx="8077200" cy="2362200"/>
          </a:xfrm>
          <a:prstGeom prst="rect">
            <a:avLst/>
          </a:prstGeom>
        </p:spPr>
      </p:pic>
    </p:spTree>
    <p:extLst>
      <p:ext uri="{BB962C8B-B14F-4D97-AF65-F5344CB8AC3E}">
        <p14:creationId xmlns:p14="http://schemas.microsoft.com/office/powerpoint/2010/main" val="1497092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Reduce Step (Combining / Aggregating)</a:t>
            </a:r>
          </a:p>
        </p:txBody>
      </p:sp>
      <p:sp>
        <p:nvSpPr>
          <p:cNvPr id="4" name="Footer Placeholder 3"/>
          <p:cNvSpPr>
            <a:spLocks noGrp="1"/>
          </p:cNvSpPr>
          <p:nvPr>
            <p:ph type="ftr" sz="quarter" idx="11"/>
          </p:nvPr>
        </p:nvSpPr>
        <p:spPr/>
        <p:txBody>
          <a:bodyPr/>
          <a:lstStyle/>
          <a:p>
            <a:r>
              <a:rPr lang="en-US" dirty="0"/>
              <a:t>CSE3513 NO SQL DBMS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6" name="Rectangle 1"/>
          <p:cNvSpPr>
            <a:spLocks noGrp="1" noChangeArrowheads="1"/>
          </p:cNvSpPr>
          <p:nvPr>
            <p:ph idx="1"/>
          </p:nvPr>
        </p:nvSpPr>
        <p:spPr bwMode="auto">
          <a:xfrm>
            <a:off x="471055" y="1143000"/>
            <a:ext cx="82296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Each reducer now gets one group of items (one tea type) and processes it.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For example: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t>Reducer 1 gets all </a:t>
            </a:r>
            <a:r>
              <a:rPr lang="en-US" altLang="en-US" sz="2000" dirty="0" err="1"/>
              <a:t>puerh</a:t>
            </a:r>
            <a:r>
              <a:rPr lang="en-US" altLang="en-US" sz="2000" dirty="0"/>
              <a:t> values and combines them</a:t>
            </a:r>
            <a:br>
              <a:rPr lang="en-US" altLang="en-US" sz="2000" dirty="0"/>
            </a:br>
            <a:r>
              <a:rPr lang="en-US" altLang="en-US" sz="2000" dirty="0"/>
              <a:t>→ (26 + 36 + 44) = 106</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t>Reducer 2 gets all </a:t>
            </a:r>
            <a:r>
              <a:rPr lang="en-US" altLang="en-US" sz="2000" dirty="0" err="1"/>
              <a:t>dragonwell</a:t>
            </a:r>
            <a:r>
              <a:rPr lang="en-US" altLang="en-US" sz="2000" dirty="0"/>
              <a:t> values</a:t>
            </a:r>
            <a:br>
              <a:rPr lang="en-US" altLang="en-US" sz="2000" dirty="0"/>
            </a:br>
            <a:r>
              <a:rPr lang="en-US" altLang="en-US" sz="2000" dirty="0"/>
              <a:t>→ (18 + 13 + 38) = 69</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t>Reducer 3 gets all </a:t>
            </a:r>
            <a:r>
              <a:rPr lang="en-US" altLang="en-US" sz="2000" dirty="0" err="1"/>
              <a:t>genmaicha</a:t>
            </a:r>
            <a:r>
              <a:rPr lang="en-US" altLang="en-US" sz="2000" dirty="0"/>
              <a:t> values</a:t>
            </a:r>
            <a:br>
              <a:rPr lang="en-US" altLang="en-US" sz="2000" dirty="0"/>
            </a:br>
            <a:r>
              <a:rPr lang="en-US" altLang="en-US" sz="2000" dirty="0"/>
              <a:t>→ (12 + 18 + 10) = 40</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t>Reducer 4 gets all </a:t>
            </a:r>
            <a:r>
              <a:rPr lang="en-US" altLang="en-US" sz="2000" dirty="0" err="1"/>
              <a:t>hojicha</a:t>
            </a:r>
            <a:r>
              <a:rPr lang="en-US" altLang="en-US" sz="2000" dirty="0"/>
              <a:t> values</a:t>
            </a:r>
            <a:br>
              <a:rPr lang="en-US" altLang="en-US" sz="2000" dirty="0"/>
            </a:br>
            <a:r>
              <a:rPr lang="en-US" altLang="en-US" sz="2000" dirty="0"/>
              <a:t>→ (9) = </a:t>
            </a:r>
            <a:r>
              <a:rPr lang="en-US" altLang="en-US" sz="2000" dirty="0" smtClean="0"/>
              <a:t>9 </a:t>
            </a:r>
          </a:p>
          <a:p>
            <a:pPr marL="0" lvl="0" indent="0" eaLnBrk="0" hangingPunct="0">
              <a:spcBef>
                <a:spcPct val="0"/>
              </a:spcBef>
              <a:buNone/>
            </a:pPr>
            <a:r>
              <a:rPr lang="en-US" altLang="en-US" sz="2000" dirty="0"/>
              <a:t>After reduction, you have one summarized result per tea:</a:t>
            </a:r>
          </a:p>
          <a:p>
            <a:pPr lvl="0" eaLnBrk="0" hangingPunct="0">
              <a:spcBef>
                <a:spcPct val="0"/>
              </a:spcBef>
              <a:buFont typeface="Wingdings" panose="05000000000000000000" pitchFamily="2" charset="2"/>
              <a:buChar char="Ø"/>
            </a:pPr>
            <a:r>
              <a:rPr lang="en-US" altLang="en-US" sz="2000" dirty="0" err="1"/>
              <a:t>puerh</a:t>
            </a:r>
            <a:r>
              <a:rPr lang="en-US" altLang="en-US" sz="2000" dirty="0"/>
              <a:t> </a:t>
            </a:r>
            <a:r>
              <a:rPr lang="en-US" altLang="en-US" sz="2000" dirty="0" smtClean="0"/>
              <a:t>106</a:t>
            </a:r>
          </a:p>
          <a:p>
            <a:pPr lvl="0" eaLnBrk="0" hangingPunct="0">
              <a:spcBef>
                <a:spcPct val="0"/>
              </a:spcBef>
              <a:buFont typeface="Wingdings" panose="05000000000000000000" pitchFamily="2" charset="2"/>
              <a:buChar char="Ø"/>
            </a:pPr>
            <a:r>
              <a:rPr lang="en-US" altLang="en-US" sz="2000" dirty="0" err="1" smtClean="0"/>
              <a:t>dragonwell</a:t>
            </a:r>
            <a:r>
              <a:rPr lang="en-US" altLang="en-US" sz="2000" dirty="0" smtClean="0"/>
              <a:t> </a:t>
            </a:r>
            <a:r>
              <a:rPr lang="en-US" altLang="en-US" sz="2000" dirty="0"/>
              <a:t>69 </a:t>
            </a:r>
            <a:endParaRPr lang="en-US" altLang="en-US" sz="2000" dirty="0" smtClean="0"/>
          </a:p>
          <a:p>
            <a:pPr lvl="0" eaLnBrk="0" hangingPunct="0">
              <a:spcBef>
                <a:spcPct val="0"/>
              </a:spcBef>
              <a:buFont typeface="Wingdings" panose="05000000000000000000" pitchFamily="2" charset="2"/>
              <a:buChar char="Ø"/>
            </a:pPr>
            <a:r>
              <a:rPr lang="en-US" altLang="en-US" sz="2000" dirty="0" err="1" smtClean="0"/>
              <a:t>genmaicha</a:t>
            </a:r>
            <a:r>
              <a:rPr lang="en-US" altLang="en-US" sz="2000" dirty="0" smtClean="0"/>
              <a:t> </a:t>
            </a:r>
            <a:r>
              <a:rPr lang="en-US" altLang="en-US" sz="2000" dirty="0"/>
              <a:t>40 </a:t>
            </a:r>
            <a:endParaRPr lang="en-US" altLang="en-US" sz="2000" dirty="0" smtClean="0"/>
          </a:p>
          <a:p>
            <a:pPr lvl="0" eaLnBrk="0" hangingPunct="0">
              <a:spcBef>
                <a:spcPct val="0"/>
              </a:spcBef>
              <a:buFont typeface="Wingdings" panose="05000000000000000000" pitchFamily="2" charset="2"/>
              <a:buChar char="Ø"/>
            </a:pPr>
            <a:r>
              <a:rPr lang="en-US" altLang="en-US" sz="2000" dirty="0" err="1" smtClean="0"/>
              <a:t>hojicha</a:t>
            </a:r>
            <a:r>
              <a:rPr lang="en-US" altLang="en-US" sz="2000" dirty="0" smtClean="0"/>
              <a:t> </a:t>
            </a:r>
            <a:r>
              <a:rPr lang="en-US" altLang="en-US" sz="2000" dirty="0"/>
              <a:t>9</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smtClean="0"/>
          </a:p>
          <a:p>
            <a:pPr marL="3543300" lvl="8" indent="0" eaLnBrk="0" hangingPunct="0">
              <a:spcBef>
                <a:spcPct val="0"/>
              </a:spcBef>
              <a:buNone/>
            </a:pPr>
            <a:endParaRPr lang="en-US" altLang="en-US" sz="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0964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Combining</a:t>
            </a:r>
            <a:endParaRPr dirty="0"/>
          </a:p>
        </p:txBody>
      </p:sp>
      <p:sp>
        <p:nvSpPr>
          <p:cNvPr id="3" name="Content Placeholder 2"/>
          <p:cNvSpPr>
            <a:spLocks noGrp="1"/>
          </p:cNvSpPr>
          <p:nvPr>
            <p:ph idx="1"/>
          </p:nvPr>
        </p:nvSpPr>
        <p:spPr/>
        <p:txBody>
          <a:bodyPr/>
          <a:lstStyle/>
          <a:p>
            <a:pPr marL="0" indent="0">
              <a:buNone/>
              <a:defRPr sz="2000"/>
            </a:pPr>
            <a:r>
              <a:rPr dirty="0"/>
              <a:t>• After mapping, we may have repeated data for the same tea.</a:t>
            </a:r>
          </a:p>
          <a:p>
            <a:pPr marL="0" indent="0">
              <a:buNone/>
              <a:defRPr sz="2000"/>
            </a:pPr>
            <a:r>
              <a:rPr dirty="0"/>
              <a:t>• Instead of sending all data to reduce, we combine locally first</a:t>
            </a:r>
            <a:r>
              <a:rPr dirty="0" smtClean="0"/>
              <a:t>.• </a:t>
            </a:r>
            <a:r>
              <a:rPr dirty="0"/>
              <a:t>Example:</a:t>
            </a:r>
          </a:p>
          <a:p>
            <a:pPr>
              <a:defRPr sz="2000"/>
            </a:pPr>
            <a:r>
              <a:rPr dirty="0"/>
              <a:t>  </a:t>
            </a:r>
            <a:r>
              <a:rPr dirty="0" err="1"/>
              <a:t>puerh</a:t>
            </a:r>
            <a:r>
              <a:rPr dirty="0"/>
              <a:t> = 26 + 36 + 20 + </a:t>
            </a:r>
            <a:r>
              <a:rPr dirty="0" smtClean="0"/>
              <a:t>40</a:t>
            </a:r>
            <a:r>
              <a:rPr lang="en-US" dirty="0" smtClean="0"/>
              <a:t>+6</a:t>
            </a:r>
            <a:r>
              <a:rPr dirty="0" smtClean="0"/>
              <a:t> </a:t>
            </a:r>
            <a:r>
              <a:rPr dirty="0"/>
              <a:t>= </a:t>
            </a:r>
            <a:r>
              <a:rPr dirty="0" smtClean="0"/>
              <a:t>12</a:t>
            </a:r>
            <a:r>
              <a:rPr lang="en-US" dirty="0" smtClean="0"/>
              <a:t>8</a:t>
            </a:r>
            <a:endParaRPr dirty="0"/>
          </a:p>
          <a:p>
            <a:pPr>
              <a:defRPr sz="2000"/>
            </a:pPr>
            <a:r>
              <a:rPr dirty="0"/>
              <a:t>  </a:t>
            </a:r>
            <a:r>
              <a:rPr dirty="0" err="1"/>
              <a:t>genmaicha</a:t>
            </a:r>
            <a:r>
              <a:rPr dirty="0"/>
              <a:t> = 12 + 8 + 16 = 36</a:t>
            </a:r>
          </a:p>
          <a:p>
            <a:pPr>
              <a:defRPr sz="2000"/>
            </a:pPr>
            <a:r>
              <a:rPr dirty="0"/>
              <a:t>🎯 Combining reduces data transfer and saves time.</a:t>
            </a:r>
          </a:p>
        </p:txBody>
      </p:sp>
      <p:pic>
        <p:nvPicPr>
          <p:cNvPr id="4" name="Picture 3" descr="Figure 7.4.PNG"/>
          <p:cNvPicPr>
            <a:picLocks noChangeAspect="1"/>
          </p:cNvPicPr>
          <p:nvPr/>
        </p:nvPicPr>
        <p:blipFill>
          <a:blip r:embed="rId2"/>
          <a:stretch>
            <a:fillRect/>
          </a:stretch>
        </p:blipFill>
        <p:spPr>
          <a:xfrm>
            <a:off x="2438400" y="4038600"/>
            <a:ext cx="3657600" cy="1519243"/>
          </a:xfrm>
          <a:prstGeom prst="rect">
            <a:avLst/>
          </a:prstGeom>
        </p:spPr>
      </p:pic>
    </p:spTree>
    <p:extLst>
      <p:ext uri="{BB962C8B-B14F-4D97-AF65-F5344CB8AC3E}">
        <p14:creationId xmlns:p14="http://schemas.microsoft.com/office/powerpoint/2010/main" val="3307500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Combining + Partitioning Together</a:t>
            </a:r>
          </a:p>
        </p:txBody>
      </p:sp>
      <p:pic>
        <p:nvPicPr>
          <p:cNvPr id="5" name="Picture 4" descr="Figure 7.3.PNG"/>
          <p:cNvPicPr>
            <a:picLocks noChangeAspect="1"/>
          </p:cNvPicPr>
          <p:nvPr/>
        </p:nvPicPr>
        <p:blipFill>
          <a:blip r:embed="rId2"/>
          <a:stretch>
            <a:fillRect/>
          </a:stretch>
        </p:blipFill>
        <p:spPr>
          <a:xfrm>
            <a:off x="609600" y="1110762"/>
            <a:ext cx="7315200" cy="4920974"/>
          </a:xfrm>
          <a:prstGeom prst="rect">
            <a:avLst/>
          </a:prstGeom>
        </p:spPr>
      </p:pic>
    </p:spTree>
    <p:extLst>
      <p:ext uri="{BB962C8B-B14F-4D97-AF65-F5344CB8AC3E}">
        <p14:creationId xmlns:p14="http://schemas.microsoft.com/office/powerpoint/2010/main" val="3263845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Combining + Partitioning Together</a:t>
            </a:r>
          </a:p>
        </p:txBody>
      </p:sp>
      <p:sp>
        <p:nvSpPr>
          <p:cNvPr id="3" name="Content Placeholder 2"/>
          <p:cNvSpPr>
            <a:spLocks noGrp="1"/>
          </p:cNvSpPr>
          <p:nvPr>
            <p:ph idx="1"/>
          </p:nvPr>
        </p:nvSpPr>
        <p:spPr/>
        <p:txBody>
          <a:bodyPr/>
          <a:lstStyle/>
          <a:p>
            <a:pPr marL="0" indent="0">
              <a:buNone/>
              <a:defRPr sz="2000"/>
            </a:pPr>
            <a:r>
              <a:rPr lang="en-US" dirty="0" smtClean="0"/>
              <a:t>Each </a:t>
            </a:r>
            <a:r>
              <a:rPr lang="en-US" dirty="0"/>
              <a:t>mapper:</a:t>
            </a:r>
          </a:p>
          <a:p>
            <a:pPr marL="457200" indent="-457200">
              <a:buAutoNum type="arabicPeriod"/>
              <a:defRPr sz="2000"/>
            </a:pPr>
            <a:r>
              <a:rPr lang="en-US" dirty="0" smtClean="0"/>
              <a:t>Maps data</a:t>
            </a:r>
          </a:p>
          <a:p>
            <a:pPr marL="457200" indent="-457200">
              <a:buAutoNum type="arabicPeriod"/>
              <a:defRPr sz="2000"/>
            </a:pPr>
            <a:r>
              <a:rPr lang="en-US" dirty="0" smtClean="0"/>
              <a:t>Combines totals</a:t>
            </a:r>
          </a:p>
          <a:p>
            <a:pPr marL="457200" indent="-457200">
              <a:buAutoNum type="arabicPeriod"/>
              <a:defRPr sz="2000"/>
            </a:pPr>
            <a:r>
              <a:rPr lang="en-US" dirty="0" smtClean="0"/>
              <a:t>Sends </a:t>
            </a:r>
            <a:r>
              <a:rPr lang="en-US" dirty="0"/>
              <a:t>smaller results to reducers</a:t>
            </a:r>
          </a:p>
          <a:p>
            <a:pPr marL="0" indent="0">
              <a:buNone/>
              <a:defRPr sz="2000"/>
            </a:pPr>
            <a:r>
              <a:rPr lang="en-US" dirty="0" smtClean="0"/>
              <a:t>Reducers </a:t>
            </a:r>
            <a:r>
              <a:rPr lang="en-US" dirty="0"/>
              <a:t>finish the final totals.</a:t>
            </a:r>
          </a:p>
          <a:p>
            <a:pPr marL="0" indent="0">
              <a:buNone/>
              <a:defRPr sz="2000"/>
            </a:pPr>
            <a:r>
              <a:rPr lang="en-US" dirty="0" smtClean="0"/>
              <a:t>Result</a:t>
            </a:r>
            <a:r>
              <a:rPr lang="en-US" dirty="0"/>
              <a:t>: Less data movement + faster processing.</a:t>
            </a:r>
          </a:p>
        </p:txBody>
      </p:sp>
      <p:pic>
        <p:nvPicPr>
          <p:cNvPr id="4" name="Picture 3" descr="Figure 7.3.PNG"/>
          <p:cNvPicPr>
            <a:picLocks noChangeAspect="1"/>
          </p:cNvPicPr>
          <p:nvPr/>
        </p:nvPicPr>
        <p:blipFill>
          <a:blip r:embed="rId2"/>
          <a:stretch>
            <a:fillRect/>
          </a:stretch>
        </p:blipFill>
        <p:spPr>
          <a:xfrm>
            <a:off x="4343400" y="3450977"/>
            <a:ext cx="3657600" cy="2460487"/>
          </a:xfrm>
          <a:prstGeom prst="rect">
            <a:avLst/>
          </a:prstGeom>
        </p:spPr>
      </p:pic>
    </p:spTree>
    <p:extLst>
      <p:ext uri="{BB962C8B-B14F-4D97-AF65-F5344CB8AC3E}">
        <p14:creationId xmlns:p14="http://schemas.microsoft.com/office/powerpoint/2010/main" val="783136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Non-Combinable Reducers </a:t>
            </a:r>
          </a:p>
        </p:txBody>
      </p:sp>
      <p:sp>
        <p:nvSpPr>
          <p:cNvPr id="3" name="Content Placeholder 2"/>
          <p:cNvSpPr>
            <a:spLocks noGrp="1"/>
          </p:cNvSpPr>
          <p:nvPr>
            <p:ph idx="1"/>
          </p:nvPr>
        </p:nvSpPr>
        <p:spPr/>
        <p:txBody>
          <a:bodyPr/>
          <a:lstStyle/>
          <a:p>
            <a:pPr marL="0" indent="0">
              <a:buNone/>
              <a:defRPr sz="2000"/>
            </a:pPr>
            <a:r>
              <a:rPr dirty="0" smtClean="0"/>
              <a:t>Some </a:t>
            </a:r>
            <a:r>
              <a:rPr dirty="0"/>
              <a:t>reducers cannot combine early.</a:t>
            </a:r>
          </a:p>
          <a:p>
            <a:pPr marL="0" indent="0">
              <a:buNone/>
              <a:defRPr sz="2000"/>
            </a:pPr>
            <a:r>
              <a:rPr dirty="0" smtClean="0"/>
              <a:t>Example</a:t>
            </a:r>
            <a:r>
              <a:rPr dirty="0"/>
              <a:t>: Counting unique customers per tea.</a:t>
            </a:r>
          </a:p>
          <a:p>
            <a:pPr>
              <a:defRPr sz="2000"/>
            </a:pPr>
            <a:r>
              <a:rPr dirty="0" smtClean="0"/>
              <a:t>Map </a:t>
            </a:r>
            <a:r>
              <a:rPr dirty="0"/>
              <a:t>step: (tea, customer)</a:t>
            </a:r>
          </a:p>
          <a:p>
            <a:pPr>
              <a:defRPr sz="2000"/>
            </a:pPr>
            <a:r>
              <a:rPr dirty="0" smtClean="0"/>
              <a:t> </a:t>
            </a:r>
            <a:r>
              <a:rPr dirty="0"/>
              <a:t>Reduce step: count unique customers.</a:t>
            </a:r>
          </a:p>
          <a:p>
            <a:pPr>
              <a:defRPr sz="2000"/>
            </a:pPr>
            <a:r>
              <a:rPr b="1" dirty="0" smtClean="0"/>
              <a:t>Combining </a:t>
            </a:r>
            <a:r>
              <a:rPr b="1" dirty="0"/>
              <a:t>early may lose uniqueness info.</a:t>
            </a:r>
          </a:p>
        </p:txBody>
      </p:sp>
      <p:pic>
        <p:nvPicPr>
          <p:cNvPr id="4" name="Picture 3" descr="Figure 7.5.PNG"/>
          <p:cNvPicPr>
            <a:picLocks noChangeAspect="1"/>
          </p:cNvPicPr>
          <p:nvPr/>
        </p:nvPicPr>
        <p:blipFill>
          <a:blip r:embed="rId2"/>
          <a:stretch>
            <a:fillRect/>
          </a:stretch>
        </p:blipFill>
        <p:spPr>
          <a:xfrm>
            <a:off x="838200" y="3200400"/>
            <a:ext cx="6934200" cy="3247270"/>
          </a:xfrm>
          <a:prstGeom prst="rect">
            <a:avLst/>
          </a:prstGeom>
        </p:spPr>
      </p:pic>
    </p:spTree>
    <p:extLst>
      <p:ext uri="{BB962C8B-B14F-4D97-AF65-F5344CB8AC3E}">
        <p14:creationId xmlns:p14="http://schemas.microsoft.com/office/powerpoint/2010/main" val="553654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Pr marL="0" indent="0">
              <a:buNone/>
              <a:defRPr sz="2000"/>
            </a:pPr>
            <a:r>
              <a:rPr dirty="0"/>
              <a:t>✅ Map – Breaks data into small pieces.</a:t>
            </a:r>
          </a:p>
          <a:p>
            <a:pPr marL="0" indent="0">
              <a:buNone/>
              <a:defRPr sz="2000"/>
            </a:pPr>
            <a:r>
              <a:rPr dirty="0"/>
              <a:t>✅ Partition – Divides work by key.</a:t>
            </a:r>
          </a:p>
          <a:p>
            <a:pPr marL="0" indent="0">
              <a:buNone/>
              <a:defRPr sz="2000"/>
            </a:pPr>
            <a:r>
              <a:rPr dirty="0"/>
              <a:t>✅ Combine – Reduces repeated data.</a:t>
            </a:r>
          </a:p>
          <a:p>
            <a:pPr marL="0" indent="0">
              <a:buNone/>
              <a:defRPr sz="2000"/>
            </a:pPr>
            <a:r>
              <a:rPr dirty="0"/>
              <a:t>✅ Reduce – Produces final result.</a:t>
            </a:r>
          </a:p>
          <a:p>
            <a:pPr>
              <a:defRPr sz="2000"/>
            </a:pPr>
            <a:endParaRPr dirty="0"/>
          </a:p>
          <a:p>
            <a:pPr marL="0" indent="0">
              <a:buNone/>
              <a:defRPr sz="2000"/>
            </a:pPr>
            <a:r>
              <a:rPr lang="en-US" dirty="0" smtClean="0"/>
              <a:t> </a:t>
            </a:r>
            <a:r>
              <a:rPr dirty="0" smtClean="0"/>
              <a:t>💡 </a:t>
            </a:r>
            <a:r>
              <a:rPr dirty="0"/>
              <a:t>Goal: Process big data quickly and efficiently.</a:t>
            </a:r>
          </a:p>
        </p:txBody>
      </p:sp>
    </p:spTree>
    <p:extLst>
      <p:ext uri="{BB962C8B-B14F-4D97-AF65-F5344CB8AC3E}">
        <p14:creationId xmlns:p14="http://schemas.microsoft.com/office/powerpoint/2010/main" val="3558618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smtClean="0"/>
              <a:t>CSE3513 NO SQL DBMS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
        <p:nvSpPr>
          <p:cNvPr id="4" name="Rectangle 3"/>
          <p:cNvSpPr/>
          <p:nvPr/>
        </p:nvSpPr>
        <p:spPr>
          <a:xfrm>
            <a:off x="609600" y="2362200"/>
            <a:ext cx="7620000" cy="2308324"/>
          </a:xfrm>
          <a:prstGeom prst="rect">
            <a:avLst/>
          </a:prstGeom>
        </p:spPr>
        <p:txBody>
          <a:bodyPr wrap="square">
            <a:spAutoFit/>
          </a:bodyPr>
          <a:lstStyle/>
          <a:p>
            <a:pPr algn="ctr"/>
            <a:r>
              <a:rPr lang="en-IN" sz="3600" b="1" dirty="0"/>
              <a:t>Composing Map-Reduce </a:t>
            </a:r>
            <a:r>
              <a:rPr lang="en-IN" sz="3600" b="1" dirty="0" smtClean="0"/>
              <a:t>Calculations</a:t>
            </a:r>
          </a:p>
          <a:p>
            <a:endParaRPr lang="en-IN" sz="3600" b="1" dirty="0" smtClean="0"/>
          </a:p>
          <a:p>
            <a:endParaRPr lang="en-IN" sz="3600" b="1" dirty="0"/>
          </a:p>
        </p:txBody>
      </p:sp>
    </p:spTree>
    <p:extLst>
      <p:ext uri="{BB962C8B-B14F-4D97-AF65-F5344CB8AC3E}">
        <p14:creationId xmlns:p14="http://schemas.microsoft.com/office/powerpoint/2010/main" val="10302513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Map-Reduce Works</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smtClean="0"/>
              <a:t> </a:t>
            </a:r>
            <a:r>
              <a:rPr dirty="0"/>
              <a:t>Map: Operates on each input record </a:t>
            </a:r>
            <a:r>
              <a:rPr dirty="0" smtClean="0"/>
              <a:t>independently.</a:t>
            </a:r>
            <a:endParaRPr lang="en-US" dirty="0" smtClean="0"/>
          </a:p>
          <a:p>
            <a:pPr>
              <a:buFont typeface="Wingdings" panose="05000000000000000000" pitchFamily="2" charset="2"/>
              <a:buChar char="Ø"/>
            </a:pPr>
            <a:r>
              <a:rPr dirty="0" smtClean="0"/>
              <a:t>Reduce</a:t>
            </a:r>
            <a:r>
              <a:rPr dirty="0"/>
              <a:t>: Works on grouped results of the same </a:t>
            </a:r>
            <a:r>
              <a:rPr dirty="0" smtClean="0"/>
              <a:t>key.</a:t>
            </a:r>
            <a:endParaRPr lang="en-US" dirty="0" smtClean="0"/>
          </a:p>
          <a:p>
            <a:pPr>
              <a:buFont typeface="Wingdings" panose="05000000000000000000" pitchFamily="2" charset="2"/>
              <a:buChar char="Ø"/>
            </a:pPr>
            <a:r>
              <a:rPr dirty="0" smtClean="0"/>
              <a:t>Helps </a:t>
            </a:r>
            <a:r>
              <a:rPr dirty="0"/>
              <a:t>in aggregating, counting, or summarizing data.</a:t>
            </a:r>
          </a:p>
        </p:txBody>
      </p:sp>
    </p:spTree>
    <p:extLst>
      <p:ext uri="{BB962C8B-B14F-4D97-AF65-F5344CB8AC3E}">
        <p14:creationId xmlns:p14="http://schemas.microsoft.com/office/powerpoint/2010/main" val="1130548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Calculating Averages </a:t>
            </a:r>
          </a:p>
        </p:txBody>
      </p:sp>
      <p:pic>
        <p:nvPicPr>
          <p:cNvPr id="4" name="Picture 3" descr="Figure 7.6.PNG"/>
          <p:cNvPicPr>
            <a:picLocks noChangeAspect="1"/>
          </p:cNvPicPr>
          <p:nvPr/>
        </p:nvPicPr>
        <p:blipFill>
          <a:blip r:embed="rId2"/>
          <a:stretch>
            <a:fillRect/>
          </a:stretch>
        </p:blipFill>
        <p:spPr>
          <a:xfrm>
            <a:off x="305785" y="1371600"/>
            <a:ext cx="8532430" cy="4800600"/>
          </a:xfrm>
          <a:prstGeom prst="rect">
            <a:avLst/>
          </a:prstGeom>
        </p:spPr>
      </p:pic>
    </p:spTree>
    <p:extLst>
      <p:ext uri="{BB962C8B-B14F-4D97-AF65-F5344CB8AC3E}">
        <p14:creationId xmlns:p14="http://schemas.microsoft.com/office/powerpoint/2010/main" val="148160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Calculating Averages </a:t>
            </a:r>
          </a:p>
        </p:txBody>
      </p:sp>
      <p:sp>
        <p:nvSpPr>
          <p:cNvPr id="3" name="Content Placeholder 2"/>
          <p:cNvSpPr>
            <a:spLocks noGrp="1"/>
          </p:cNvSpPr>
          <p:nvPr>
            <p:ph idx="1"/>
          </p:nvPr>
        </p:nvSpPr>
        <p:spPr/>
        <p:txBody>
          <a:bodyPr/>
          <a:lstStyle/>
          <a:p>
            <a:pPr marL="0" indent="0">
              <a:buNone/>
            </a:pPr>
            <a:r>
              <a:rPr dirty="0"/>
              <a:t>Averages are not directly </a:t>
            </a:r>
            <a:r>
              <a:rPr dirty="0" err="1"/>
              <a:t>composable</a:t>
            </a:r>
            <a:r>
              <a:rPr dirty="0" smtClean="0"/>
              <a:t>.</a:t>
            </a:r>
            <a:endParaRPr lang="en-US" dirty="0" smtClean="0"/>
          </a:p>
          <a:p>
            <a:pPr marL="0" indent="0">
              <a:buNone/>
            </a:pPr>
            <a:endParaRPr dirty="0"/>
          </a:p>
          <a:p>
            <a:pPr marL="0" indent="0">
              <a:buNone/>
            </a:pPr>
            <a:r>
              <a:rPr u="sng" dirty="0"/>
              <a:t>To calculate averages</a:t>
            </a:r>
            <a:r>
              <a:rPr dirty="0" smtClean="0"/>
              <a:t>:</a:t>
            </a:r>
            <a:endParaRPr lang="en-US" dirty="0" smtClean="0"/>
          </a:p>
          <a:p>
            <a:pPr marL="0" indent="0">
              <a:buNone/>
            </a:pPr>
            <a:endParaRPr dirty="0"/>
          </a:p>
          <a:p>
            <a:pPr>
              <a:buFont typeface="Wingdings" panose="05000000000000000000" pitchFamily="2" charset="2"/>
              <a:buChar char="Ø"/>
            </a:pPr>
            <a:r>
              <a:rPr dirty="0" smtClean="0"/>
              <a:t> </a:t>
            </a:r>
            <a:r>
              <a:rPr dirty="0"/>
              <a:t>Combine total sum and count </a:t>
            </a:r>
            <a:r>
              <a:rPr dirty="0" smtClean="0"/>
              <a:t>first.</a:t>
            </a:r>
            <a:endParaRPr lang="en-US" dirty="0" smtClean="0"/>
          </a:p>
          <a:p>
            <a:pPr>
              <a:buFont typeface="Wingdings" panose="05000000000000000000" pitchFamily="2" charset="2"/>
              <a:buChar char="Ø"/>
            </a:pPr>
            <a:r>
              <a:rPr dirty="0" smtClean="0"/>
              <a:t>Then </a:t>
            </a:r>
            <a:r>
              <a:rPr dirty="0"/>
              <a:t>compute average = total sum / count.</a:t>
            </a:r>
          </a:p>
        </p:txBody>
      </p:sp>
    </p:spTree>
    <p:extLst>
      <p:ext uri="{BB962C8B-B14F-4D97-AF65-F5344CB8AC3E}">
        <p14:creationId xmlns:p14="http://schemas.microsoft.com/office/powerpoint/2010/main" val="3345444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Counting with Map-Reduce </a:t>
            </a:r>
          </a:p>
        </p:txBody>
      </p:sp>
      <p:sp>
        <p:nvSpPr>
          <p:cNvPr id="3" name="Content Placeholder 2"/>
          <p:cNvSpPr>
            <a:spLocks noGrp="1"/>
          </p:cNvSpPr>
          <p:nvPr>
            <p:ph idx="1"/>
          </p:nvPr>
        </p:nvSpPr>
        <p:spPr/>
        <p:txBody>
          <a:bodyPr/>
          <a:lstStyle/>
          <a:p>
            <a:r>
              <a:t>Each Map emits a count of 1 per record.</a:t>
            </a:r>
          </a:p>
          <a:p>
            <a:r>
              <a:t>Reduce step sums these counts for total results.</a:t>
            </a:r>
          </a:p>
        </p:txBody>
      </p:sp>
      <p:pic>
        <p:nvPicPr>
          <p:cNvPr id="4" name="Picture 3" descr="Figure 7.7.PNG"/>
          <p:cNvPicPr>
            <a:picLocks noChangeAspect="1"/>
          </p:cNvPicPr>
          <p:nvPr/>
        </p:nvPicPr>
        <p:blipFill>
          <a:blip r:embed="rId2"/>
          <a:stretch>
            <a:fillRect/>
          </a:stretch>
        </p:blipFill>
        <p:spPr>
          <a:xfrm>
            <a:off x="0" y="3469341"/>
            <a:ext cx="9143999" cy="3388659"/>
          </a:xfrm>
          <a:prstGeom prst="rect">
            <a:avLst/>
          </a:prstGeom>
        </p:spPr>
      </p:pic>
    </p:spTree>
    <p:extLst>
      <p:ext uri="{BB962C8B-B14F-4D97-AF65-F5344CB8AC3E}">
        <p14:creationId xmlns:p14="http://schemas.microsoft.com/office/powerpoint/2010/main" val="3462114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Two-Stage Map-Reduce Example </a:t>
            </a:r>
          </a:p>
        </p:txBody>
      </p:sp>
      <p:pic>
        <p:nvPicPr>
          <p:cNvPr id="4" name="Picture 3" descr="Figure 7.8.PNG"/>
          <p:cNvPicPr>
            <a:picLocks noChangeAspect="1"/>
          </p:cNvPicPr>
          <p:nvPr/>
        </p:nvPicPr>
        <p:blipFill>
          <a:blip r:embed="rId2"/>
          <a:stretch>
            <a:fillRect/>
          </a:stretch>
        </p:blipFill>
        <p:spPr>
          <a:xfrm>
            <a:off x="152400" y="1447800"/>
            <a:ext cx="8681155" cy="5334000"/>
          </a:xfrm>
          <a:prstGeom prst="rect">
            <a:avLst/>
          </a:prstGeom>
        </p:spPr>
      </p:pic>
    </p:spTree>
    <p:extLst>
      <p:ext uri="{BB962C8B-B14F-4D97-AF65-F5344CB8AC3E}">
        <p14:creationId xmlns:p14="http://schemas.microsoft.com/office/powerpoint/2010/main" val="3754834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Two-Stage Map-Reduce Example </a:t>
            </a:r>
          </a:p>
        </p:txBody>
      </p:sp>
      <p:sp>
        <p:nvSpPr>
          <p:cNvPr id="3" name="Content Placeholder 2"/>
          <p:cNvSpPr>
            <a:spLocks noGrp="1"/>
          </p:cNvSpPr>
          <p:nvPr>
            <p:ph idx="1"/>
          </p:nvPr>
        </p:nvSpPr>
        <p:spPr/>
        <p:txBody>
          <a:bodyPr/>
          <a:lstStyle/>
          <a:p>
            <a:r>
              <a:t>Used to compare sales of products year-over-year.</a:t>
            </a:r>
          </a:p>
          <a:p>
            <a:r>
              <a:t>Step 1: Aggregate product sales by month.</a:t>
            </a:r>
          </a:p>
          <a:p>
            <a:r>
              <a:t>Step 2: Compare monthly results between years.</a:t>
            </a:r>
          </a:p>
        </p:txBody>
      </p:sp>
    </p:spTree>
    <p:extLst>
      <p:ext uri="{BB962C8B-B14F-4D97-AF65-F5344CB8AC3E}">
        <p14:creationId xmlns:p14="http://schemas.microsoft.com/office/powerpoint/2010/main" val="4173796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Stage 1 – Monthly Product Sales </a:t>
            </a:r>
          </a:p>
        </p:txBody>
      </p:sp>
      <p:pic>
        <p:nvPicPr>
          <p:cNvPr id="4" name="Picture 3" descr="Figure 7.9.PNG"/>
          <p:cNvPicPr>
            <a:picLocks noChangeAspect="1"/>
          </p:cNvPicPr>
          <p:nvPr/>
        </p:nvPicPr>
        <p:blipFill>
          <a:blip r:embed="rId3"/>
          <a:stretch>
            <a:fillRect/>
          </a:stretch>
        </p:blipFill>
        <p:spPr>
          <a:xfrm>
            <a:off x="228600" y="1143000"/>
            <a:ext cx="8077200" cy="5127769"/>
          </a:xfrm>
          <a:prstGeom prst="rect">
            <a:avLst/>
          </a:prstGeom>
        </p:spPr>
      </p:pic>
    </p:spTree>
    <p:extLst>
      <p:ext uri="{BB962C8B-B14F-4D97-AF65-F5344CB8AC3E}">
        <p14:creationId xmlns:p14="http://schemas.microsoft.com/office/powerpoint/2010/main" val="1300597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Stage 1 – Monthly Product Sales </a:t>
            </a:r>
          </a:p>
        </p:txBody>
      </p:sp>
      <p:sp>
        <p:nvSpPr>
          <p:cNvPr id="3" name="Content Placeholder 2"/>
          <p:cNvSpPr>
            <a:spLocks noGrp="1"/>
          </p:cNvSpPr>
          <p:nvPr>
            <p:ph idx="1"/>
          </p:nvPr>
        </p:nvSpPr>
        <p:spPr>
          <a:xfrm>
            <a:off x="457200" y="1143000"/>
            <a:ext cx="8229600" cy="4680431"/>
          </a:xfrm>
        </p:spPr>
        <p:txBody>
          <a:bodyPr/>
          <a:lstStyle/>
          <a:p>
            <a:r>
              <a:rPr sz="2800" dirty="0"/>
              <a:t>Reads original order records.</a:t>
            </a:r>
          </a:p>
          <a:p>
            <a:r>
              <a:rPr sz="2800" dirty="0"/>
              <a:t>Outputs key-value pairs for sales of each product per month.</a:t>
            </a:r>
          </a:p>
        </p:txBody>
      </p:sp>
    </p:spTree>
    <p:extLst>
      <p:ext uri="{BB962C8B-B14F-4D97-AF65-F5344CB8AC3E}">
        <p14:creationId xmlns:p14="http://schemas.microsoft.com/office/powerpoint/2010/main" val="2940258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Stage 2 – Year Comparison </a:t>
            </a:r>
          </a:p>
        </p:txBody>
      </p:sp>
      <p:sp>
        <p:nvSpPr>
          <p:cNvPr id="3" name="Content Placeholder 2"/>
          <p:cNvSpPr>
            <a:spLocks noGrp="1"/>
          </p:cNvSpPr>
          <p:nvPr>
            <p:ph idx="1"/>
          </p:nvPr>
        </p:nvSpPr>
        <p:spPr/>
        <p:txBody>
          <a:bodyPr/>
          <a:lstStyle/>
          <a:p>
            <a:r>
              <a:t>Maps current and prior year quantities.</a:t>
            </a:r>
          </a:p>
          <a:p>
            <a:r>
              <a:t>2011 → Current year</a:t>
            </a:r>
          </a:p>
          <a:p>
            <a:r>
              <a:t>2010 → Prior year</a:t>
            </a:r>
          </a:p>
          <a:p>
            <a:r>
              <a:t>Earlier years are ignored.</a:t>
            </a:r>
          </a:p>
        </p:txBody>
      </p:sp>
    </p:spTree>
    <p:extLst>
      <p:ext uri="{BB962C8B-B14F-4D97-AF65-F5344CB8AC3E}">
        <p14:creationId xmlns:p14="http://schemas.microsoft.com/office/powerpoint/2010/main" val="3881244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Stage 2 – Year </a:t>
            </a:r>
            <a:r>
              <a:rPr dirty="0" smtClean="0"/>
              <a:t>Comparison</a:t>
            </a:r>
            <a:endParaRPr dirty="0"/>
          </a:p>
        </p:txBody>
      </p:sp>
      <p:pic>
        <p:nvPicPr>
          <p:cNvPr id="4" name="Picture 3" descr="Figure 7.10.PNG"/>
          <p:cNvPicPr>
            <a:picLocks noChangeAspect="1"/>
          </p:cNvPicPr>
          <p:nvPr/>
        </p:nvPicPr>
        <p:blipFill>
          <a:blip r:embed="rId2"/>
          <a:stretch>
            <a:fillRect/>
          </a:stretch>
        </p:blipFill>
        <p:spPr>
          <a:xfrm>
            <a:off x="228600" y="1275994"/>
            <a:ext cx="8444345" cy="5595861"/>
          </a:xfrm>
          <a:prstGeom prst="rect">
            <a:avLst/>
          </a:prstGeom>
        </p:spPr>
      </p:pic>
    </p:spTree>
    <p:extLst>
      <p:ext uri="{BB962C8B-B14F-4D97-AF65-F5344CB8AC3E}">
        <p14:creationId xmlns:p14="http://schemas.microsoft.com/office/powerpoint/2010/main" val="13805925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Reduce Step – Merging </a:t>
            </a:r>
            <a:r>
              <a:rPr dirty="0" smtClean="0"/>
              <a:t>Records</a:t>
            </a:r>
            <a:endParaRPr dirty="0"/>
          </a:p>
        </p:txBody>
      </p:sp>
      <p:sp>
        <p:nvSpPr>
          <p:cNvPr id="3" name="Content Placeholder 2"/>
          <p:cNvSpPr>
            <a:spLocks noGrp="1"/>
          </p:cNvSpPr>
          <p:nvPr>
            <p:ph idx="1"/>
          </p:nvPr>
        </p:nvSpPr>
        <p:spPr/>
        <p:txBody>
          <a:bodyPr/>
          <a:lstStyle/>
          <a:p>
            <a:r>
              <a:rPr sz="2200" dirty="0"/>
              <a:t>Reduce merges records by summing quantities.</a:t>
            </a:r>
          </a:p>
          <a:p>
            <a:r>
              <a:rPr sz="2200" dirty="0"/>
              <a:t>Computes percentage increase or decrease between years.</a:t>
            </a:r>
          </a:p>
        </p:txBody>
      </p:sp>
      <p:pic>
        <p:nvPicPr>
          <p:cNvPr id="4" name="Picture 3" descr="Figure 7.11.PNG"/>
          <p:cNvPicPr>
            <a:picLocks noChangeAspect="1"/>
          </p:cNvPicPr>
          <p:nvPr/>
        </p:nvPicPr>
        <p:blipFill>
          <a:blip r:embed="rId2"/>
          <a:stretch>
            <a:fillRect/>
          </a:stretch>
        </p:blipFill>
        <p:spPr>
          <a:xfrm>
            <a:off x="200571" y="2362200"/>
            <a:ext cx="8714829" cy="4436644"/>
          </a:xfrm>
          <a:prstGeom prst="rect">
            <a:avLst/>
          </a:prstGeom>
        </p:spPr>
      </p:pic>
    </p:spTree>
    <p:extLst>
      <p:ext uri="{BB962C8B-B14F-4D97-AF65-F5344CB8AC3E}">
        <p14:creationId xmlns:p14="http://schemas.microsoft.com/office/powerpoint/2010/main" val="4279568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Multi-Stage Map-Reduce?</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smtClean="0"/>
              <a:t> </a:t>
            </a:r>
            <a:r>
              <a:rPr dirty="0"/>
              <a:t>Easier to write and debug small </a:t>
            </a:r>
            <a:r>
              <a:rPr dirty="0" smtClean="0"/>
              <a:t>steps.</a:t>
            </a:r>
            <a:endParaRPr lang="en-US" dirty="0" smtClean="0"/>
          </a:p>
          <a:p>
            <a:pPr>
              <a:buFont typeface="Wingdings" panose="05000000000000000000" pitchFamily="2" charset="2"/>
              <a:buChar char="Ø"/>
            </a:pPr>
            <a:r>
              <a:rPr dirty="0" smtClean="0"/>
              <a:t>Enables </a:t>
            </a:r>
            <a:r>
              <a:rPr dirty="0"/>
              <a:t>reuse of intermediate results</a:t>
            </a:r>
            <a:r>
              <a:rPr dirty="0" smtClean="0"/>
              <a:t>.</a:t>
            </a:r>
            <a:endParaRPr lang="en-US" dirty="0" smtClean="0"/>
          </a:p>
          <a:p>
            <a:pPr>
              <a:buFont typeface="Wingdings" panose="05000000000000000000" pitchFamily="2" charset="2"/>
              <a:buChar char="Ø"/>
            </a:pPr>
            <a:r>
              <a:rPr dirty="0" smtClean="0"/>
              <a:t> </a:t>
            </a:r>
            <a:r>
              <a:rPr dirty="0"/>
              <a:t>Saves time in programming and execution.</a:t>
            </a:r>
          </a:p>
        </p:txBody>
      </p:sp>
    </p:spTree>
    <p:extLst>
      <p:ext uri="{BB962C8B-B14F-4D97-AF65-F5344CB8AC3E}">
        <p14:creationId xmlns:p14="http://schemas.microsoft.com/office/powerpoint/2010/main" val="3072850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Incremental Map-Reduce</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smtClean="0"/>
              <a:t>Allows </a:t>
            </a:r>
            <a:r>
              <a:rPr dirty="0"/>
              <a:t>updates without reprocessing all </a:t>
            </a:r>
            <a:r>
              <a:rPr dirty="0" smtClean="0"/>
              <a:t>data.</a:t>
            </a:r>
            <a:endParaRPr lang="en-US" dirty="0" smtClean="0"/>
          </a:p>
          <a:p>
            <a:pPr>
              <a:buFont typeface="Wingdings" panose="05000000000000000000" pitchFamily="2" charset="2"/>
              <a:buChar char="Ø"/>
            </a:pPr>
            <a:r>
              <a:rPr dirty="0" smtClean="0"/>
              <a:t>Maps </a:t>
            </a:r>
            <a:r>
              <a:rPr dirty="0"/>
              <a:t>can be rerun only for changed </a:t>
            </a:r>
            <a:r>
              <a:rPr dirty="0" smtClean="0"/>
              <a:t>inputs.</a:t>
            </a:r>
            <a:endParaRPr lang="en-US" dirty="0" smtClean="0"/>
          </a:p>
          <a:p>
            <a:pPr>
              <a:buFont typeface="Wingdings" panose="05000000000000000000" pitchFamily="2" charset="2"/>
              <a:buChar char="Ø"/>
            </a:pPr>
            <a:r>
              <a:rPr dirty="0" smtClean="0"/>
              <a:t>Reduce </a:t>
            </a:r>
            <a:r>
              <a:rPr dirty="0"/>
              <a:t>can be optimized if partitions are unchanged</a:t>
            </a:r>
            <a:r>
              <a:rPr dirty="0" smtClean="0"/>
              <a:t>.</a:t>
            </a:r>
            <a:endParaRPr lang="en-US" dirty="0" smtClean="0"/>
          </a:p>
          <a:p>
            <a:pPr>
              <a:buFont typeface="Wingdings" panose="05000000000000000000" pitchFamily="2" charset="2"/>
              <a:buChar char="Ø"/>
            </a:pPr>
            <a:r>
              <a:rPr dirty="0" smtClean="0"/>
              <a:t> </a:t>
            </a:r>
            <a:r>
              <a:rPr dirty="0"/>
              <a:t>Supports additive updates efficiently.</a:t>
            </a:r>
          </a:p>
        </p:txBody>
      </p:sp>
    </p:spTree>
    <p:extLst>
      <p:ext uri="{BB962C8B-B14F-4D97-AF65-F5344CB8AC3E}">
        <p14:creationId xmlns:p14="http://schemas.microsoft.com/office/powerpoint/2010/main" val="3410839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for Map-Reduce</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smtClean="0"/>
              <a:t>Hadoop </a:t>
            </a:r>
            <a:r>
              <a:rPr dirty="0"/>
              <a:t>– Open-source Map-Reduce </a:t>
            </a:r>
            <a:r>
              <a:rPr dirty="0" smtClean="0"/>
              <a:t>system.</a:t>
            </a:r>
            <a:endParaRPr lang="en-US" dirty="0" smtClean="0"/>
          </a:p>
          <a:p>
            <a:pPr>
              <a:buFont typeface="Wingdings" panose="05000000000000000000" pitchFamily="2" charset="2"/>
              <a:buChar char="Ø"/>
            </a:pPr>
            <a:r>
              <a:rPr dirty="0" smtClean="0"/>
              <a:t>Apache </a:t>
            </a:r>
            <a:r>
              <a:rPr dirty="0"/>
              <a:t>Pig – High-level scripting for </a:t>
            </a:r>
            <a:r>
              <a:rPr dirty="0" smtClean="0"/>
              <a:t>Hadoop.</a:t>
            </a:r>
            <a:endParaRPr lang="en-US" dirty="0" smtClean="0"/>
          </a:p>
          <a:p>
            <a:pPr>
              <a:buFont typeface="Wingdings" panose="05000000000000000000" pitchFamily="2" charset="2"/>
              <a:buChar char="Ø"/>
            </a:pPr>
            <a:r>
              <a:rPr dirty="0" smtClean="0"/>
              <a:t>Apache </a:t>
            </a:r>
            <a:r>
              <a:rPr dirty="0"/>
              <a:t>Hive – SQL-like syntax for </a:t>
            </a:r>
            <a:r>
              <a:rPr dirty="0" smtClean="0"/>
              <a:t>Map-Reduce.</a:t>
            </a:r>
            <a:endParaRPr lang="en-US" dirty="0" smtClean="0"/>
          </a:p>
          <a:p>
            <a:pPr>
              <a:buFont typeface="Wingdings" panose="05000000000000000000" pitchFamily="2" charset="2"/>
              <a:buChar char="Ø"/>
            </a:pPr>
            <a:r>
              <a:rPr dirty="0" smtClean="0"/>
              <a:t>Used </a:t>
            </a:r>
            <a:r>
              <a:rPr dirty="0"/>
              <a:t>widely for large-scale data processing.</a:t>
            </a:r>
          </a:p>
        </p:txBody>
      </p:sp>
    </p:spTree>
    <p:extLst>
      <p:ext uri="{BB962C8B-B14F-4D97-AF65-F5344CB8AC3E}">
        <p14:creationId xmlns:p14="http://schemas.microsoft.com/office/powerpoint/2010/main" val="3469645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buFont typeface="Wingdings" panose="05000000000000000000" pitchFamily="2" charset="2"/>
              <a:buChar char="ü"/>
            </a:pPr>
            <a:r>
              <a:rPr dirty="0" smtClean="0"/>
              <a:t>Map-Reduce </a:t>
            </a:r>
            <a:r>
              <a:rPr dirty="0"/>
              <a:t>simplifies large-scale parallel computations</a:t>
            </a:r>
            <a:r>
              <a:rPr dirty="0" smtClean="0"/>
              <a:t>.</a:t>
            </a:r>
            <a:endParaRPr lang="en-US" dirty="0" smtClean="0"/>
          </a:p>
          <a:p>
            <a:pPr>
              <a:buFont typeface="Wingdings" panose="05000000000000000000" pitchFamily="2" charset="2"/>
              <a:buChar char="ü"/>
            </a:pPr>
            <a:r>
              <a:rPr dirty="0" smtClean="0"/>
              <a:t> </a:t>
            </a:r>
            <a:r>
              <a:rPr dirty="0"/>
              <a:t>Decomposing steps increases clarity and </a:t>
            </a:r>
            <a:r>
              <a:rPr dirty="0" smtClean="0"/>
              <a:t>reusability.</a:t>
            </a:r>
            <a:endParaRPr lang="en-US" dirty="0" smtClean="0"/>
          </a:p>
          <a:p>
            <a:pPr>
              <a:buFont typeface="Wingdings" panose="05000000000000000000" pitchFamily="2" charset="2"/>
              <a:buChar char="ü"/>
            </a:pPr>
            <a:r>
              <a:rPr dirty="0" smtClean="0"/>
              <a:t>Incremental </a:t>
            </a:r>
            <a:r>
              <a:rPr dirty="0"/>
              <a:t>and </a:t>
            </a:r>
            <a:r>
              <a:rPr dirty="0" err="1"/>
              <a:t>composable</a:t>
            </a:r>
            <a:r>
              <a:rPr dirty="0"/>
              <a:t> Map-Reduce make data pipelines efficient.</a:t>
            </a:r>
          </a:p>
        </p:txBody>
      </p:sp>
    </p:spTree>
    <p:extLst>
      <p:ext uri="{BB962C8B-B14F-4D97-AF65-F5344CB8AC3E}">
        <p14:creationId xmlns:p14="http://schemas.microsoft.com/office/powerpoint/2010/main" val="2680747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sz="3400" dirty="0"/>
              <a:t>Key-Value Databases (</a:t>
            </a:r>
            <a:r>
              <a:rPr sz="3400" dirty="0" err="1"/>
              <a:t>Riak</a:t>
            </a:r>
            <a:r>
              <a:rPr sz="3400" dirty="0"/>
              <a:t> Example)</a:t>
            </a:r>
          </a:p>
        </p:txBody>
      </p:sp>
      <p:sp>
        <p:nvSpPr>
          <p:cNvPr id="3" name="Subtitle 2"/>
          <p:cNvSpPr>
            <a:spLocks noGrp="1"/>
          </p:cNvSpPr>
          <p:nvPr>
            <p:ph type="subTitle" idx="1"/>
          </p:nvPr>
        </p:nvSpPr>
        <p:spPr/>
        <p:txBody>
          <a:bodyPr/>
          <a:lstStyle/>
          <a:p>
            <a:r>
              <a:t>Understanding structure, features, and use cases of Key-Value stores</a:t>
            </a:r>
          </a:p>
        </p:txBody>
      </p:sp>
    </p:spTree>
    <p:extLst>
      <p:ext uri="{BB962C8B-B14F-4D97-AF65-F5344CB8AC3E}">
        <p14:creationId xmlns:p14="http://schemas.microsoft.com/office/powerpoint/2010/main" val="3101886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Key-Value Store?</a:t>
            </a:r>
          </a:p>
        </p:txBody>
      </p:sp>
      <p:sp>
        <p:nvSpPr>
          <p:cNvPr id="3" name="Content Placeholder 2"/>
          <p:cNvSpPr>
            <a:spLocks noGrp="1"/>
          </p:cNvSpPr>
          <p:nvPr>
            <p:ph idx="1"/>
          </p:nvPr>
        </p:nvSpPr>
        <p:spPr>
          <a:xfrm>
            <a:off x="457200" y="1110762"/>
            <a:ext cx="8229600" cy="4909038"/>
          </a:xfrm>
        </p:spPr>
        <p:txBody>
          <a:bodyPr/>
          <a:lstStyle/>
          <a:p>
            <a:pPr>
              <a:buFont typeface="Wingdings" panose="05000000000000000000" pitchFamily="2" charset="2"/>
              <a:buChar char="Ø"/>
            </a:pPr>
            <a:r>
              <a:rPr dirty="0" smtClean="0"/>
              <a:t>A </a:t>
            </a:r>
            <a:r>
              <a:rPr dirty="0"/>
              <a:t>simple NoSQL database using key-value </a:t>
            </a:r>
            <a:r>
              <a:rPr dirty="0" smtClean="0"/>
              <a:t>pairs</a:t>
            </a:r>
            <a:endParaRPr lang="en-US" dirty="0" smtClean="0"/>
          </a:p>
          <a:p>
            <a:pPr>
              <a:buFont typeface="Wingdings" panose="05000000000000000000" pitchFamily="2" charset="2"/>
              <a:buChar char="Ø"/>
            </a:pPr>
            <a:r>
              <a:rPr dirty="0" smtClean="0"/>
              <a:t>Acts </a:t>
            </a:r>
            <a:r>
              <a:rPr dirty="0"/>
              <a:t>like a hash table: {Key → </a:t>
            </a:r>
            <a:r>
              <a:rPr dirty="0" smtClean="0"/>
              <a:t>Value}</a:t>
            </a:r>
            <a:endParaRPr lang="en-US" dirty="0" smtClean="0"/>
          </a:p>
          <a:p>
            <a:pPr>
              <a:buFont typeface="Wingdings" panose="05000000000000000000" pitchFamily="2" charset="2"/>
              <a:buChar char="Ø"/>
            </a:pPr>
            <a:r>
              <a:rPr dirty="0" smtClean="0"/>
              <a:t>Used </a:t>
            </a:r>
            <a:r>
              <a:rPr dirty="0"/>
              <a:t>for high-speed primary key access</a:t>
            </a:r>
          </a:p>
          <a:p>
            <a:pPr marL="0" indent="0">
              <a:buNone/>
            </a:pPr>
            <a:r>
              <a:rPr dirty="0" smtClean="0"/>
              <a:t>Example </a:t>
            </a:r>
            <a:r>
              <a:rPr dirty="0"/>
              <a:t>systems: </a:t>
            </a:r>
            <a:r>
              <a:rPr dirty="0" err="1"/>
              <a:t>Riak</a:t>
            </a:r>
            <a:r>
              <a:rPr dirty="0"/>
              <a:t>, </a:t>
            </a:r>
            <a:r>
              <a:rPr dirty="0" err="1"/>
              <a:t>Redis</a:t>
            </a:r>
            <a:r>
              <a:rPr dirty="0"/>
              <a:t>, </a:t>
            </a:r>
            <a:r>
              <a:rPr dirty="0" err="1"/>
              <a:t>DynamoDB</a:t>
            </a:r>
            <a:r>
              <a:rPr dirty="0"/>
              <a:t>, </a:t>
            </a:r>
            <a:r>
              <a:rPr dirty="0" err="1"/>
              <a:t>Memcached</a:t>
            </a:r>
            <a:r>
              <a:rPr dirty="0"/>
              <a:t>, Berkeley DB</a:t>
            </a:r>
          </a:p>
          <a:p>
            <a:pPr>
              <a:buFont typeface="Wingdings" panose="05000000000000000000" pitchFamily="2" charset="2"/>
              <a:buChar char="Ø"/>
            </a:pPr>
            <a:r>
              <a:rPr dirty="0" smtClean="0"/>
              <a:t>Applications </a:t>
            </a:r>
            <a:r>
              <a:rPr dirty="0"/>
              <a:t>store and retrieve data via keys only</a:t>
            </a:r>
          </a:p>
        </p:txBody>
      </p:sp>
    </p:spTree>
    <p:extLst>
      <p:ext uri="{BB962C8B-B14F-4D97-AF65-F5344CB8AC3E}">
        <p14:creationId xmlns:p14="http://schemas.microsoft.com/office/powerpoint/2010/main" val="3168535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Structure of Data in Key-Value Stores</a:t>
            </a:r>
          </a:p>
        </p:txBody>
      </p:sp>
      <p:sp>
        <p:nvSpPr>
          <p:cNvPr id="3" name="Content Placeholder 2"/>
          <p:cNvSpPr>
            <a:spLocks noGrp="1"/>
          </p:cNvSpPr>
          <p:nvPr>
            <p:ph sz="half" idx="1"/>
          </p:nvPr>
        </p:nvSpPr>
        <p:spPr/>
        <p:txBody>
          <a:bodyPr/>
          <a:lstStyle/>
          <a:p>
            <a:pPr marL="0" indent="0">
              <a:buNone/>
            </a:pPr>
            <a:r>
              <a:rPr dirty="0"/>
              <a:t>• Data stored as Key-Value pairs</a:t>
            </a:r>
          </a:p>
          <a:p>
            <a:pPr marL="0" indent="0">
              <a:buNone/>
            </a:pPr>
            <a:r>
              <a:rPr dirty="0"/>
              <a:t>• Value can be any blob (text, JSON, XML, binary)</a:t>
            </a:r>
          </a:p>
          <a:p>
            <a:pPr marL="0" indent="0">
              <a:buNone/>
            </a:pPr>
            <a:r>
              <a:rPr dirty="0"/>
              <a:t>• Example structures in </a:t>
            </a:r>
            <a:r>
              <a:rPr dirty="0" err="1"/>
              <a:t>Riak</a:t>
            </a:r>
            <a:r>
              <a:rPr dirty="0"/>
              <a:t> </a:t>
            </a:r>
            <a:r>
              <a:rPr lang="en-US" dirty="0" smtClean="0"/>
              <a:t>(right image)</a:t>
            </a:r>
            <a:endParaRPr dirty="0"/>
          </a:p>
        </p:txBody>
      </p:sp>
      <p:sp>
        <p:nvSpPr>
          <p:cNvPr id="5" name="Content Placeholder 4"/>
          <p:cNvSpPr>
            <a:spLocks noGrp="1"/>
          </p:cNvSpPr>
          <p:nvPr>
            <p:ph sz="half" idx="2"/>
          </p:nvPr>
        </p:nvSpPr>
        <p:spPr/>
        <p:txBody>
          <a:bodyPr/>
          <a:lstStyle/>
          <a:p>
            <a:endParaRPr lang="en-IN"/>
          </a:p>
        </p:txBody>
      </p:sp>
      <p:pic>
        <p:nvPicPr>
          <p:cNvPr id="4" name="Picture 3" descr="Figure 8.1.PNG"/>
          <p:cNvPicPr>
            <a:picLocks noChangeAspect="1"/>
          </p:cNvPicPr>
          <p:nvPr/>
        </p:nvPicPr>
        <p:blipFill>
          <a:blip r:embed="rId2"/>
          <a:stretch>
            <a:fillRect/>
          </a:stretch>
        </p:blipFill>
        <p:spPr>
          <a:xfrm>
            <a:off x="4648200" y="1349225"/>
            <a:ext cx="4114800" cy="5027916"/>
          </a:xfrm>
          <a:prstGeom prst="rect">
            <a:avLst/>
          </a:prstGeom>
        </p:spPr>
      </p:pic>
    </p:spTree>
    <p:extLst>
      <p:ext uri="{BB962C8B-B14F-4D97-AF65-F5344CB8AC3E}">
        <p14:creationId xmlns:p14="http://schemas.microsoft.com/office/powerpoint/2010/main" val="16049427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Alternate Key Design</a:t>
            </a:r>
          </a:p>
        </p:txBody>
      </p:sp>
      <p:sp>
        <p:nvSpPr>
          <p:cNvPr id="3" name="Content Placeholder 2"/>
          <p:cNvSpPr>
            <a:spLocks noGrp="1"/>
          </p:cNvSpPr>
          <p:nvPr>
            <p:ph idx="1"/>
          </p:nvPr>
        </p:nvSpPr>
        <p:spPr/>
        <p:txBody>
          <a:bodyPr/>
          <a:lstStyle/>
          <a:p>
            <a:pPr marL="0" indent="0">
              <a:buNone/>
            </a:pPr>
            <a:r>
              <a:rPr dirty="0"/>
              <a:t>• Avoids storing multiple object types in one bucket</a:t>
            </a:r>
          </a:p>
          <a:p>
            <a:r>
              <a:rPr dirty="0" smtClean="0"/>
              <a:t> </a:t>
            </a:r>
            <a:r>
              <a:rPr dirty="0"/>
              <a:t>Appends object name to key (e.g., </a:t>
            </a:r>
            <a:r>
              <a:rPr dirty="0" err="1"/>
              <a:t>sessionID_userProfile</a:t>
            </a:r>
            <a:r>
              <a:rPr dirty="0"/>
              <a:t>)</a:t>
            </a:r>
          </a:p>
          <a:p>
            <a:r>
              <a:rPr dirty="0" smtClean="0"/>
              <a:t>Allows </a:t>
            </a:r>
            <a:r>
              <a:rPr dirty="0"/>
              <a:t>retrieval of individual objects easily</a:t>
            </a:r>
          </a:p>
        </p:txBody>
      </p:sp>
      <p:pic>
        <p:nvPicPr>
          <p:cNvPr id="4" name="Picture 3" descr="Figure 8.2.PNG"/>
          <p:cNvPicPr>
            <a:picLocks noChangeAspect="1"/>
          </p:cNvPicPr>
          <p:nvPr/>
        </p:nvPicPr>
        <p:blipFill>
          <a:blip r:embed="rId2"/>
          <a:stretch>
            <a:fillRect/>
          </a:stretch>
        </p:blipFill>
        <p:spPr>
          <a:xfrm>
            <a:off x="3276600" y="3962400"/>
            <a:ext cx="4114800" cy="2123768"/>
          </a:xfrm>
          <a:prstGeom prst="rect">
            <a:avLst/>
          </a:prstGeom>
        </p:spPr>
      </p:pic>
    </p:spTree>
    <p:extLst>
      <p:ext uri="{BB962C8B-B14F-4D97-AF65-F5344CB8AC3E}">
        <p14:creationId xmlns:p14="http://schemas.microsoft.com/office/powerpoint/2010/main" val="800090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of Key-Value Stores</a:t>
            </a:r>
          </a:p>
        </p:txBody>
      </p:sp>
      <p:sp>
        <p:nvSpPr>
          <p:cNvPr id="3" name="Content Placeholder 2"/>
          <p:cNvSpPr>
            <a:spLocks noGrp="1"/>
          </p:cNvSpPr>
          <p:nvPr>
            <p:ph idx="1"/>
          </p:nvPr>
        </p:nvSpPr>
        <p:spPr/>
        <p:txBody>
          <a:bodyPr/>
          <a:lstStyle/>
          <a:p>
            <a:pPr marL="0" indent="0">
              <a:buNone/>
            </a:pPr>
            <a:r>
              <a:rPr dirty="0"/>
              <a:t>• Consistency: Eventual consistency using replication</a:t>
            </a:r>
          </a:p>
          <a:p>
            <a:pPr marL="0" indent="0">
              <a:buNone/>
            </a:pPr>
            <a:r>
              <a:rPr dirty="0"/>
              <a:t>• Transactions: Based on quorum (N, R, W values)</a:t>
            </a:r>
          </a:p>
          <a:p>
            <a:r>
              <a:rPr dirty="0" smtClean="0"/>
              <a:t>Query</a:t>
            </a:r>
            <a:r>
              <a:rPr dirty="0"/>
              <a:t>: Retrieve only by key</a:t>
            </a:r>
          </a:p>
          <a:p>
            <a:r>
              <a:rPr dirty="0" smtClean="0"/>
              <a:t>Structure</a:t>
            </a:r>
            <a:r>
              <a:rPr dirty="0"/>
              <a:t>: Value can be any format</a:t>
            </a:r>
          </a:p>
          <a:p>
            <a:r>
              <a:rPr dirty="0" smtClean="0"/>
              <a:t> </a:t>
            </a:r>
            <a:r>
              <a:rPr dirty="0"/>
              <a:t>Scaling: Achieved through </a:t>
            </a:r>
            <a:r>
              <a:rPr dirty="0" err="1"/>
              <a:t>sharding</a:t>
            </a:r>
            <a:r>
              <a:rPr dirty="0"/>
              <a:t> and replication</a:t>
            </a:r>
          </a:p>
        </p:txBody>
      </p:sp>
    </p:spTree>
    <p:extLst>
      <p:ext uri="{BB962C8B-B14F-4D97-AF65-F5344CB8AC3E}">
        <p14:creationId xmlns:p14="http://schemas.microsoft.com/office/powerpoint/2010/main" val="11568107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Suitable Use Cases</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smtClean="0"/>
              <a:t> </a:t>
            </a:r>
            <a:r>
              <a:rPr dirty="0"/>
              <a:t>Session Information storage</a:t>
            </a:r>
          </a:p>
          <a:p>
            <a:pPr>
              <a:buFont typeface="Wingdings" panose="05000000000000000000" pitchFamily="2" charset="2"/>
              <a:buChar char="Ø"/>
            </a:pPr>
            <a:r>
              <a:rPr dirty="0" smtClean="0"/>
              <a:t>User </a:t>
            </a:r>
            <a:r>
              <a:rPr dirty="0"/>
              <a:t>Profiles and Preferences</a:t>
            </a:r>
          </a:p>
          <a:p>
            <a:pPr>
              <a:buFont typeface="Wingdings" panose="05000000000000000000" pitchFamily="2" charset="2"/>
              <a:buChar char="Ø"/>
            </a:pPr>
            <a:r>
              <a:rPr dirty="0" smtClean="0"/>
              <a:t>Shopping </a:t>
            </a:r>
            <a:r>
              <a:rPr dirty="0"/>
              <a:t>Cart Data</a:t>
            </a:r>
          </a:p>
          <a:p>
            <a:pPr marL="0" indent="0">
              <a:buNone/>
            </a:pPr>
            <a:endParaRPr lang="en-US" dirty="0" smtClean="0"/>
          </a:p>
          <a:p>
            <a:pPr marL="0" indent="0">
              <a:buNone/>
            </a:pPr>
            <a:r>
              <a:rPr dirty="0" smtClean="0"/>
              <a:t>These </a:t>
            </a:r>
            <a:r>
              <a:rPr dirty="0"/>
              <a:t>use cases benefit from fast access and single-key retrieval.</a:t>
            </a:r>
          </a:p>
        </p:txBody>
      </p:sp>
    </p:spTree>
    <p:extLst>
      <p:ext uri="{BB962C8B-B14F-4D97-AF65-F5344CB8AC3E}">
        <p14:creationId xmlns:p14="http://schemas.microsoft.com/office/powerpoint/2010/main" val="8386454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Not to Use Key-Value Stores</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smtClean="0"/>
              <a:t>When </a:t>
            </a:r>
            <a:r>
              <a:rPr dirty="0"/>
              <a:t>data relationships are important</a:t>
            </a:r>
          </a:p>
          <a:p>
            <a:pPr>
              <a:buFont typeface="Wingdings" panose="05000000000000000000" pitchFamily="2" charset="2"/>
              <a:buChar char="Ø"/>
            </a:pPr>
            <a:r>
              <a:rPr dirty="0" smtClean="0"/>
              <a:t> </a:t>
            </a:r>
            <a:r>
              <a:rPr dirty="0"/>
              <a:t>When multi-key transactions are needed</a:t>
            </a:r>
          </a:p>
          <a:p>
            <a:pPr>
              <a:buFont typeface="Wingdings" panose="05000000000000000000" pitchFamily="2" charset="2"/>
              <a:buChar char="Ø"/>
            </a:pPr>
            <a:r>
              <a:rPr dirty="0" smtClean="0"/>
              <a:t> </a:t>
            </a:r>
            <a:r>
              <a:rPr dirty="0"/>
              <a:t>When queries on value fields are required</a:t>
            </a:r>
          </a:p>
          <a:p>
            <a:pPr>
              <a:buFont typeface="Wingdings" panose="05000000000000000000" pitchFamily="2" charset="2"/>
              <a:buChar char="Ø"/>
            </a:pPr>
            <a:r>
              <a:rPr dirty="0" smtClean="0"/>
              <a:t> </a:t>
            </a:r>
            <a:r>
              <a:rPr dirty="0"/>
              <a:t>When set-based or multi-record operations are needed</a:t>
            </a:r>
          </a:p>
        </p:txBody>
      </p:sp>
    </p:spTree>
    <p:extLst>
      <p:ext uri="{BB962C8B-B14F-4D97-AF65-F5344CB8AC3E}">
        <p14:creationId xmlns:p14="http://schemas.microsoft.com/office/powerpoint/2010/main" val="404333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Pr>
              <a:buFont typeface="Wingdings" panose="05000000000000000000" pitchFamily="2" charset="2"/>
              <a:buChar char="Ø"/>
            </a:pPr>
            <a:r>
              <a:rPr dirty="0" smtClean="0"/>
              <a:t> Key-Value </a:t>
            </a:r>
            <a:r>
              <a:rPr dirty="0"/>
              <a:t>stores are the simplest NoSQL systems</a:t>
            </a:r>
          </a:p>
          <a:p>
            <a:pPr>
              <a:buFont typeface="Wingdings" panose="05000000000000000000" pitchFamily="2" charset="2"/>
              <a:buChar char="Ø"/>
            </a:pPr>
            <a:r>
              <a:rPr dirty="0" smtClean="0"/>
              <a:t> </a:t>
            </a:r>
            <a:r>
              <a:rPr dirty="0"/>
              <a:t>Provide high scalability and performance</a:t>
            </a:r>
          </a:p>
          <a:p>
            <a:pPr>
              <a:buFont typeface="Wingdings" panose="05000000000000000000" pitchFamily="2" charset="2"/>
              <a:buChar char="Ø"/>
            </a:pPr>
            <a:r>
              <a:rPr dirty="0" smtClean="0"/>
              <a:t> </a:t>
            </a:r>
            <a:r>
              <a:rPr dirty="0"/>
              <a:t>Ideal for simple lookups, sessions, and caching</a:t>
            </a:r>
          </a:p>
          <a:p>
            <a:pPr>
              <a:buFont typeface="Wingdings" panose="05000000000000000000" pitchFamily="2" charset="2"/>
              <a:buChar char="Ø"/>
            </a:pPr>
            <a:r>
              <a:rPr dirty="0" smtClean="0"/>
              <a:t> </a:t>
            </a:r>
            <a:r>
              <a:rPr dirty="0"/>
              <a:t>Not suitable for relational or complex query scenarios</a:t>
            </a:r>
          </a:p>
        </p:txBody>
      </p:sp>
    </p:spTree>
    <p:extLst>
      <p:ext uri="{BB962C8B-B14F-4D97-AF65-F5344CB8AC3E}">
        <p14:creationId xmlns:p14="http://schemas.microsoft.com/office/powerpoint/2010/main" val="247946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47</a:t>
            </a:fld>
            <a:endParaRPr lang="en-US"/>
          </a:p>
        </p:txBody>
      </p:sp>
      <p:pic>
        <p:nvPicPr>
          <p:cNvPr id="17410" name="Picture 2" descr="Clustering of graphs and search of assemblages"/>
          <p:cNvPicPr>
            <a:picLocks noChangeAspect="1" noChangeArrowheads="1"/>
          </p:cNvPicPr>
          <p:nvPr/>
        </p:nvPicPr>
        <p:blipFill rotWithShape="1">
          <a:blip r:embed="rId2">
            <a:extLst>
              <a:ext uri="{28A0092B-C50C-407E-A947-70E740481C1C}">
                <a14:useLocalDpi xmlns:a14="http://schemas.microsoft.com/office/drawing/2010/main" val="0"/>
              </a:ext>
            </a:extLst>
          </a:blip>
          <a:srcRect t="6666" b="17778"/>
          <a:stretch/>
        </p:blipFill>
        <p:spPr bwMode="auto">
          <a:xfrm>
            <a:off x="-1" y="457200"/>
            <a:ext cx="9134477" cy="5181600"/>
          </a:xfrm>
          <a:prstGeom prst="rect">
            <a:avLst/>
          </a:prstGeom>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6D4F69F-5146-49E3-921C-42C19CDF0728}"/>
              </a:ext>
            </a:extLst>
          </p:cNvPr>
          <p:cNvSpPr>
            <a:spLocks noGrp="1"/>
          </p:cNvSpPr>
          <p:nvPr>
            <p:ph type="ftr" sz="quarter" idx="11"/>
          </p:nvPr>
        </p:nvSpPr>
        <p:spPr/>
        <p:txBody>
          <a:bodyPr/>
          <a:lstStyle/>
          <a:p>
            <a:r>
              <a:rPr lang="en-US" dirty="0"/>
              <a:t>CSE3513 NoSQL Data Management</a:t>
            </a:r>
          </a:p>
        </p:txBody>
      </p:sp>
    </p:spTree>
    <p:extLst>
      <p:ext uri="{BB962C8B-B14F-4D97-AF65-F5344CB8AC3E}">
        <p14:creationId xmlns:p14="http://schemas.microsoft.com/office/powerpoint/2010/main" val="1639119821"/>
      </p:ext>
    </p:extLst>
  </p:cSld>
  <p:clrMapOvr>
    <a:masterClrMapping/>
  </p:clrMapOvr>
  <p:timing>
    <p:tnLst>
      <p:par>
        <p:cTn id="1" dur="indefinite" restart="never" nodeType="tmRoot"/>
      </p:par>
    </p:tnLst>
  </p:timing>
</p:sld>
</file>

<file path=ppt/theme/theme1.xml><?xml version="1.0" encoding="utf-8"?>
<a:theme xmlns:a="http://schemas.openxmlformats.org/drawingml/2006/main" name="Thiru_Regular">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iru_Regular" id="{8307898E-903F-4964-A0DF-A6DCECB060AB}" vid="{55A8074A-D5AE-4568-A496-E28AC65B10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095C7B49EE1146AAA8C8462146272B" ma:contentTypeVersion="13" ma:contentTypeDescription="Create a new document." ma:contentTypeScope="" ma:versionID="8fbffbc479621829441d6d4dd2e82675">
  <xsd:schema xmlns:xsd="http://www.w3.org/2001/XMLSchema" xmlns:xs="http://www.w3.org/2001/XMLSchema" xmlns:p="http://schemas.microsoft.com/office/2006/metadata/properties" xmlns:ns2="d256e026-6fec-4aae-99b6-8461207f8c96" xmlns:ns3="34af669e-4748-4732-b330-41524f39faf0" targetNamespace="http://schemas.microsoft.com/office/2006/metadata/properties" ma:root="true" ma:fieldsID="af9eab97b86410be42d0a81c39848e2f" ns2:_="" ns3:_="">
    <xsd:import namespace="d256e026-6fec-4aae-99b6-8461207f8c96"/>
    <xsd:import namespace="34af669e-4748-4732-b330-41524f39faf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56e026-6fec-4aae-99b6-8461207f8c9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e15fc21-9b6e-469d-a2ab-87c63061b4a9}" ma:internalName="TaxCatchAll" ma:showField="CatchAllData" ma:web="d256e026-6fec-4aae-99b6-8461207f8c9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4af669e-4748-4732-b330-41524f39faf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4af669e-4748-4732-b330-41524f39faf0">
      <Terms xmlns="http://schemas.microsoft.com/office/infopath/2007/PartnerControls"/>
    </lcf76f155ced4ddcb4097134ff3c332f>
    <TaxCatchAll xmlns="d256e026-6fec-4aae-99b6-8461207f8c96" xsi:nil="true"/>
  </documentManagement>
</p:properties>
</file>

<file path=customXml/itemProps1.xml><?xml version="1.0" encoding="utf-8"?>
<ds:datastoreItem xmlns:ds="http://schemas.openxmlformats.org/officeDocument/2006/customXml" ds:itemID="{C0FDA373-D5CF-4F0F-A826-9892AA050C92}">
  <ds:schemaRefs>
    <ds:schemaRef ds:uri="http://schemas.microsoft.com/sharepoint/v3/contenttype/forms"/>
  </ds:schemaRefs>
</ds:datastoreItem>
</file>

<file path=customXml/itemProps2.xml><?xml version="1.0" encoding="utf-8"?>
<ds:datastoreItem xmlns:ds="http://schemas.openxmlformats.org/officeDocument/2006/customXml" ds:itemID="{EBD5350E-A17E-4EA1-870B-737693FEC1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56e026-6fec-4aae-99b6-8461207f8c96"/>
    <ds:schemaRef ds:uri="34af669e-4748-4732-b330-41524f39fa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5DFE7C8-44AE-4CA0-BC1C-D7A115A2224E}">
  <ds:schemaRefs>
    <ds:schemaRef ds:uri="http://purl.org/dc/dcmitype/"/>
    <ds:schemaRef ds:uri="http://purl.org/dc/elements/1.1/"/>
    <ds:schemaRef ds:uri="http://schemas.microsoft.com/office/2006/metadata/properties"/>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34af669e-4748-4732-b330-41524f39faf0"/>
    <ds:schemaRef ds:uri="d256e026-6fec-4aae-99b6-8461207f8c96"/>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13721</TotalTime>
  <Words>1530</Words>
  <Application>Microsoft Office PowerPoint</Application>
  <PresentationFormat>On-screen Show (4:3)</PresentationFormat>
  <Paragraphs>224</Paragraphs>
  <Slides>47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Bookman Old Style</vt:lpstr>
      <vt:lpstr>Calibri</vt:lpstr>
      <vt:lpstr>Cambria</vt:lpstr>
      <vt:lpstr>Wingdings</vt:lpstr>
      <vt:lpstr>Thiru_Regular</vt:lpstr>
      <vt:lpstr>PowerPoint Presentation</vt:lpstr>
      <vt:lpstr>Module 3 : Key-Value Stores and Map-Reduce Framework </vt:lpstr>
      <vt:lpstr>PowerPoint Presentation</vt:lpstr>
      <vt:lpstr>Why Do We Need Map-Reduce?</vt:lpstr>
      <vt:lpstr>What Is Map-Reduce?</vt:lpstr>
      <vt:lpstr>Process of MAP REDUCE</vt:lpstr>
      <vt:lpstr>Step 1: Map (Divide and Work in Parallel)</vt:lpstr>
      <vt:lpstr>PowerPoint Presentation</vt:lpstr>
      <vt:lpstr>Step 2: Reduce (Combine the Results)</vt:lpstr>
      <vt:lpstr>How It Works Together</vt:lpstr>
      <vt:lpstr>Real-Life Example – Counting YouTube Views</vt:lpstr>
      <vt:lpstr>Summary</vt:lpstr>
      <vt:lpstr>PowerPoint Presentation</vt:lpstr>
      <vt:lpstr>PowerPoint Presentation</vt:lpstr>
      <vt:lpstr>Map Step (Splitting Work)</vt:lpstr>
      <vt:lpstr>Shuffle &amp; Sort Step (Grouping by Key)</vt:lpstr>
      <vt:lpstr>Reduce Step (Combining / Aggregating)</vt:lpstr>
      <vt:lpstr>Combining</vt:lpstr>
      <vt:lpstr>Combining + Partitioning Together</vt:lpstr>
      <vt:lpstr>Combining + Partitioning Together</vt:lpstr>
      <vt:lpstr>Non-Combinable Reducers </vt:lpstr>
      <vt:lpstr>Summary</vt:lpstr>
      <vt:lpstr>PowerPoint Presentation</vt:lpstr>
      <vt:lpstr>How Map-Reduce Works</vt:lpstr>
      <vt:lpstr>Calculating Averages </vt:lpstr>
      <vt:lpstr>Calculating Averages </vt:lpstr>
      <vt:lpstr>Counting with Map-Reduce </vt:lpstr>
      <vt:lpstr>Two-Stage Map-Reduce Example </vt:lpstr>
      <vt:lpstr>Two-Stage Map-Reduce Example </vt:lpstr>
      <vt:lpstr>Stage 1 – Monthly Product Sales </vt:lpstr>
      <vt:lpstr>Stage 1 – Monthly Product Sales </vt:lpstr>
      <vt:lpstr>Stage 2 – Year Comparison </vt:lpstr>
      <vt:lpstr>Stage 2 – Year Comparison</vt:lpstr>
      <vt:lpstr>Reduce Step – Merging Records</vt:lpstr>
      <vt:lpstr>Why Multi-Stage Map-Reduce?</vt:lpstr>
      <vt:lpstr>Incremental Map-Reduce</vt:lpstr>
      <vt:lpstr>Tools for Map-Reduce</vt:lpstr>
      <vt:lpstr>Key Takeaways</vt:lpstr>
      <vt:lpstr>Key-Value Databases (Riak Example)</vt:lpstr>
      <vt:lpstr>What is a Key-Value Store?</vt:lpstr>
      <vt:lpstr>Structure of Data in Key-Value Stores</vt:lpstr>
      <vt:lpstr>Alternate Key Design</vt:lpstr>
      <vt:lpstr>Features of Key-Value Stores</vt:lpstr>
      <vt:lpstr>Suitable Use Cases</vt:lpstr>
      <vt:lpstr>When Not to Use Key-Value Stores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Thiruselvan Subramanian</dc:creator>
  <cp:lastModifiedBy>HP</cp:lastModifiedBy>
  <cp:revision>575</cp:revision>
  <dcterms:created xsi:type="dcterms:W3CDTF">2006-08-16T00:00:00Z</dcterms:created>
  <dcterms:modified xsi:type="dcterms:W3CDTF">2025-10-13T06:17:19Z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0x010100E5095C7B49EE1146AAA8C8462146272B</vt:lpwstr>
  </property>
</Properties>
</file>